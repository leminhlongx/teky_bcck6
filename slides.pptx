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266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64918" autoAdjust="0"/>
  </p:normalViewPr>
  <p:slideViewPr>
    <p:cSldViewPr snapToGrid="0">
      <p:cViewPr varScale="1">
        <p:scale>
          <a:sx n="50" d="100"/>
          <a:sy n="50" d="100"/>
        </p:scale>
        <p:origin x="1248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859F03-B17D-4634-8239-27FC1579025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CDDD50-82A5-444B-9EE2-C2DA6749BA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What is this website?</a:t>
          </a:r>
          <a:r>
            <a:rPr lang="en-US" dirty="0"/>
            <a:t> A dynamic showcase for trending and popular video games.</a:t>
          </a:r>
        </a:p>
      </dgm:t>
    </dgm:pt>
    <dgm:pt modelId="{BE17C554-9B5B-48EA-B460-24DD5AD131B8}" type="parTrans" cxnId="{C6844672-9776-4E9D-8482-69D9779A5D31}">
      <dgm:prSet/>
      <dgm:spPr/>
      <dgm:t>
        <a:bodyPr/>
        <a:lstStyle/>
        <a:p>
          <a:endParaRPr lang="en-US"/>
        </a:p>
      </dgm:t>
    </dgm:pt>
    <dgm:pt modelId="{E1AACFCE-AA07-435B-8A15-5CFA8FD7EA56}" type="sibTrans" cxnId="{C6844672-9776-4E9D-8482-69D9779A5D31}">
      <dgm:prSet/>
      <dgm:spPr/>
      <dgm:t>
        <a:bodyPr/>
        <a:lstStyle/>
        <a:p>
          <a:endParaRPr lang="en-US"/>
        </a:p>
      </dgm:t>
    </dgm:pt>
    <dgm:pt modelId="{6235F95A-3E6D-4AC7-B06B-6BA6680D85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Our Goal:</a:t>
          </a:r>
          <a:r>
            <a:rPr lang="en-US"/>
            <a:t> To provide a clean, accessible platform for gamers to discover new titles, explore categories, and get essential game info.</a:t>
          </a:r>
        </a:p>
      </dgm:t>
    </dgm:pt>
    <dgm:pt modelId="{17B0C240-053C-49DE-8639-1EEC80B9A4AD}" type="parTrans" cxnId="{04E17E16-CB11-4E32-B6FE-68A713CE720A}">
      <dgm:prSet/>
      <dgm:spPr/>
      <dgm:t>
        <a:bodyPr/>
        <a:lstStyle/>
        <a:p>
          <a:endParaRPr lang="en-US"/>
        </a:p>
      </dgm:t>
    </dgm:pt>
    <dgm:pt modelId="{FD69E85E-8718-4443-9520-6919A4D839D2}" type="sibTrans" cxnId="{04E17E16-CB11-4E32-B6FE-68A713CE720A}">
      <dgm:prSet/>
      <dgm:spPr/>
      <dgm:t>
        <a:bodyPr/>
        <a:lstStyle/>
        <a:p>
          <a:endParaRPr lang="en-US"/>
        </a:p>
      </dgm:t>
    </dgm:pt>
    <dgm:pt modelId="{A3E60D69-0FB0-4BC8-8FE9-44655C26C2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Key Focus:</a:t>
          </a:r>
          <a:r>
            <a:rPr lang="en-US"/>
            <a:t> Highlighting hot new releases and frequently downloaded games.</a:t>
          </a:r>
        </a:p>
      </dgm:t>
    </dgm:pt>
    <dgm:pt modelId="{C542720B-CDFE-4C4D-A3A8-3519F7BEA40A}" type="parTrans" cxnId="{D50602A8-E103-47F0-B020-537D918665F9}">
      <dgm:prSet/>
      <dgm:spPr/>
      <dgm:t>
        <a:bodyPr/>
        <a:lstStyle/>
        <a:p>
          <a:endParaRPr lang="en-US"/>
        </a:p>
      </dgm:t>
    </dgm:pt>
    <dgm:pt modelId="{7E8FCC2C-AFC2-42E2-915D-A39DF8D13BAB}" type="sibTrans" cxnId="{D50602A8-E103-47F0-B020-537D918665F9}">
      <dgm:prSet/>
      <dgm:spPr/>
      <dgm:t>
        <a:bodyPr/>
        <a:lstStyle/>
        <a:p>
          <a:endParaRPr lang="en-US"/>
        </a:p>
      </dgm:t>
    </dgm:pt>
    <dgm:pt modelId="{B0D71A95-8314-416C-B8FC-9445B2B04A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Presentation Roadmap: </a:t>
          </a:r>
          <a:endParaRPr lang="en-US"/>
        </a:p>
      </dgm:t>
    </dgm:pt>
    <dgm:pt modelId="{D6275168-F27E-4FB3-8918-4F077D4DB398}" type="parTrans" cxnId="{C1B5F709-2330-4E2B-99CB-B7227271C9DE}">
      <dgm:prSet/>
      <dgm:spPr/>
      <dgm:t>
        <a:bodyPr/>
        <a:lstStyle/>
        <a:p>
          <a:endParaRPr lang="en-US"/>
        </a:p>
      </dgm:t>
    </dgm:pt>
    <dgm:pt modelId="{658A99DC-1C87-4163-B1C3-97CA152839F8}" type="sibTrans" cxnId="{C1B5F709-2330-4E2B-99CB-B7227271C9DE}">
      <dgm:prSet/>
      <dgm:spPr/>
      <dgm:t>
        <a:bodyPr/>
        <a:lstStyle/>
        <a:p>
          <a:endParaRPr lang="en-US"/>
        </a:p>
      </dgm:t>
    </dgm:pt>
    <dgm:pt modelId="{0FC302A7-EDDD-4E51-8F93-3BC97FF3A7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Website Functions</a:t>
          </a:r>
        </a:p>
      </dgm:t>
    </dgm:pt>
    <dgm:pt modelId="{87664DC5-BF40-4C6D-87D2-5C6F78020D6C}" type="parTrans" cxnId="{D2FE98A9-1B60-46FE-90C8-05098F6E3508}">
      <dgm:prSet/>
      <dgm:spPr/>
      <dgm:t>
        <a:bodyPr/>
        <a:lstStyle/>
        <a:p>
          <a:endParaRPr lang="en-US"/>
        </a:p>
      </dgm:t>
    </dgm:pt>
    <dgm:pt modelId="{136D7997-BBD0-4436-A1AC-4333D971EE97}" type="sibTrans" cxnId="{D2FE98A9-1B60-46FE-90C8-05098F6E3508}">
      <dgm:prSet/>
      <dgm:spPr/>
      <dgm:t>
        <a:bodyPr/>
        <a:lstStyle/>
        <a:p>
          <a:endParaRPr lang="en-US"/>
        </a:p>
      </dgm:t>
    </dgm:pt>
    <dgm:pt modelId="{CC54C2DC-E5C2-464C-9D92-3C61782291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Code Behind It (HTML &amp; CSS)</a:t>
          </a:r>
        </a:p>
      </dgm:t>
    </dgm:pt>
    <dgm:pt modelId="{A90AD355-719A-40B9-898B-191629EC3328}" type="parTrans" cxnId="{B471906F-A2A3-4E4D-873F-02646068641C}">
      <dgm:prSet/>
      <dgm:spPr/>
      <dgm:t>
        <a:bodyPr/>
        <a:lstStyle/>
        <a:p>
          <a:endParaRPr lang="en-US"/>
        </a:p>
      </dgm:t>
    </dgm:pt>
    <dgm:pt modelId="{53552149-81D3-4546-99D4-11B5B6ED578A}" type="sibTrans" cxnId="{B471906F-A2A3-4E4D-873F-02646068641C}">
      <dgm:prSet/>
      <dgm:spPr/>
      <dgm:t>
        <a:bodyPr/>
        <a:lstStyle/>
        <a:p>
          <a:endParaRPr lang="en-US"/>
        </a:p>
      </dgm:t>
    </dgm:pt>
    <dgm:pt modelId="{39279E1E-6D14-4335-A12D-DCE579908A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Future Enhancements</a:t>
          </a:r>
        </a:p>
      </dgm:t>
    </dgm:pt>
    <dgm:pt modelId="{7393A6E8-F102-458B-A301-7BEA236C3C83}" type="parTrans" cxnId="{D42AAD9B-E77A-4EA6-B698-32A056F39B95}">
      <dgm:prSet/>
      <dgm:spPr/>
      <dgm:t>
        <a:bodyPr/>
        <a:lstStyle/>
        <a:p>
          <a:endParaRPr lang="en-US"/>
        </a:p>
      </dgm:t>
    </dgm:pt>
    <dgm:pt modelId="{741413F5-86D2-4C3D-A561-BE6132F7BCDF}" type="sibTrans" cxnId="{D42AAD9B-E77A-4EA6-B698-32A056F39B95}">
      <dgm:prSet/>
      <dgm:spPr/>
      <dgm:t>
        <a:bodyPr/>
        <a:lstStyle/>
        <a:p>
          <a:endParaRPr lang="en-US"/>
        </a:p>
      </dgm:t>
    </dgm:pt>
    <dgm:pt modelId="{217B3E0D-64E0-4BD1-8073-31A0F396F1F4}" type="pres">
      <dgm:prSet presAssocID="{A5859F03-B17D-4634-8239-27FC15790251}" presName="root" presStyleCnt="0">
        <dgm:presLayoutVars>
          <dgm:dir/>
          <dgm:resizeHandles val="exact"/>
        </dgm:presLayoutVars>
      </dgm:prSet>
      <dgm:spPr/>
    </dgm:pt>
    <dgm:pt modelId="{C8C5594C-33D7-49ED-9875-0A1C4D11AFDA}" type="pres">
      <dgm:prSet presAssocID="{15CDDD50-82A5-444B-9EE2-C2DA6749BA3E}" presName="compNode" presStyleCnt="0"/>
      <dgm:spPr/>
    </dgm:pt>
    <dgm:pt modelId="{D6B4525F-38FC-4AA3-B2BD-5CABB4EBAF6A}" type="pres">
      <dgm:prSet presAssocID="{15CDDD50-82A5-444B-9EE2-C2DA6749BA3E}" presName="bgRect" presStyleLbl="bgShp" presStyleIdx="0" presStyleCnt="4"/>
      <dgm:spPr/>
    </dgm:pt>
    <dgm:pt modelId="{281244A9-16F2-41A0-9DBE-1811A9D042F8}" type="pres">
      <dgm:prSet presAssocID="{15CDDD50-82A5-444B-9EE2-C2DA6749BA3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34AE1BF0-79C6-4F07-91D9-D02AA4ACBF9E}" type="pres">
      <dgm:prSet presAssocID="{15CDDD50-82A5-444B-9EE2-C2DA6749BA3E}" presName="spaceRect" presStyleCnt="0"/>
      <dgm:spPr/>
    </dgm:pt>
    <dgm:pt modelId="{3D5A32C4-A52C-4F63-9255-C1B8ACB8624C}" type="pres">
      <dgm:prSet presAssocID="{15CDDD50-82A5-444B-9EE2-C2DA6749BA3E}" presName="parTx" presStyleLbl="revTx" presStyleIdx="0" presStyleCnt="5">
        <dgm:presLayoutVars>
          <dgm:chMax val="0"/>
          <dgm:chPref val="0"/>
        </dgm:presLayoutVars>
      </dgm:prSet>
      <dgm:spPr/>
    </dgm:pt>
    <dgm:pt modelId="{ABD706E6-3638-404B-BD47-D4E652F8B979}" type="pres">
      <dgm:prSet presAssocID="{E1AACFCE-AA07-435B-8A15-5CFA8FD7EA56}" presName="sibTrans" presStyleCnt="0"/>
      <dgm:spPr/>
    </dgm:pt>
    <dgm:pt modelId="{C815BE5A-CE43-4903-BD70-6918975F6459}" type="pres">
      <dgm:prSet presAssocID="{6235F95A-3E6D-4AC7-B06B-6BA6680D8560}" presName="compNode" presStyleCnt="0"/>
      <dgm:spPr/>
    </dgm:pt>
    <dgm:pt modelId="{90A50EA5-F4A7-4392-9AA8-6E5E9EA2CFFD}" type="pres">
      <dgm:prSet presAssocID="{6235F95A-3E6D-4AC7-B06B-6BA6680D8560}" presName="bgRect" presStyleLbl="bgShp" presStyleIdx="1" presStyleCnt="4"/>
      <dgm:spPr/>
    </dgm:pt>
    <dgm:pt modelId="{576351B8-5AAC-4D25-B7F4-7087C70F91AA}" type="pres">
      <dgm:prSet presAssocID="{6235F95A-3E6D-4AC7-B06B-6BA6680D856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44EE49DB-B8B6-41FA-AA56-57D9F7274091}" type="pres">
      <dgm:prSet presAssocID="{6235F95A-3E6D-4AC7-B06B-6BA6680D8560}" presName="spaceRect" presStyleCnt="0"/>
      <dgm:spPr/>
    </dgm:pt>
    <dgm:pt modelId="{B6A38BEB-E6A7-40B5-A781-6E7CF2036E11}" type="pres">
      <dgm:prSet presAssocID="{6235F95A-3E6D-4AC7-B06B-6BA6680D8560}" presName="parTx" presStyleLbl="revTx" presStyleIdx="1" presStyleCnt="5">
        <dgm:presLayoutVars>
          <dgm:chMax val="0"/>
          <dgm:chPref val="0"/>
        </dgm:presLayoutVars>
      </dgm:prSet>
      <dgm:spPr/>
    </dgm:pt>
    <dgm:pt modelId="{4EC2050C-4FD6-4BF3-B783-C9219D8059E0}" type="pres">
      <dgm:prSet presAssocID="{FD69E85E-8718-4443-9520-6919A4D839D2}" presName="sibTrans" presStyleCnt="0"/>
      <dgm:spPr/>
    </dgm:pt>
    <dgm:pt modelId="{9F901FBC-3FB5-478C-9AFE-9364EA82DFE5}" type="pres">
      <dgm:prSet presAssocID="{A3E60D69-0FB0-4BC8-8FE9-44655C26C21F}" presName="compNode" presStyleCnt="0"/>
      <dgm:spPr/>
    </dgm:pt>
    <dgm:pt modelId="{AE6CD697-709D-4BB5-92FA-18B55E9B4B5B}" type="pres">
      <dgm:prSet presAssocID="{A3E60D69-0FB0-4BC8-8FE9-44655C26C21F}" presName="bgRect" presStyleLbl="bgShp" presStyleIdx="2" presStyleCnt="4"/>
      <dgm:spPr/>
    </dgm:pt>
    <dgm:pt modelId="{8F86EE26-023A-429C-B403-8EF33037F7B2}" type="pres">
      <dgm:prSet presAssocID="{A3E60D69-0FB0-4BC8-8FE9-44655C26C21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B14B940F-B177-4B1D-B525-0033E46802B1}" type="pres">
      <dgm:prSet presAssocID="{A3E60D69-0FB0-4BC8-8FE9-44655C26C21F}" presName="spaceRect" presStyleCnt="0"/>
      <dgm:spPr/>
    </dgm:pt>
    <dgm:pt modelId="{2D9AD740-3C00-456E-BA7F-2BD466068303}" type="pres">
      <dgm:prSet presAssocID="{A3E60D69-0FB0-4BC8-8FE9-44655C26C21F}" presName="parTx" presStyleLbl="revTx" presStyleIdx="2" presStyleCnt="5">
        <dgm:presLayoutVars>
          <dgm:chMax val="0"/>
          <dgm:chPref val="0"/>
        </dgm:presLayoutVars>
      </dgm:prSet>
      <dgm:spPr/>
    </dgm:pt>
    <dgm:pt modelId="{3D7F63DE-8745-4317-AD25-913D1E5BF736}" type="pres">
      <dgm:prSet presAssocID="{7E8FCC2C-AFC2-42E2-915D-A39DF8D13BAB}" presName="sibTrans" presStyleCnt="0"/>
      <dgm:spPr/>
    </dgm:pt>
    <dgm:pt modelId="{6C9A4D57-FAFE-4E27-9A94-75FB4912723E}" type="pres">
      <dgm:prSet presAssocID="{B0D71A95-8314-416C-B8FC-9445B2B04A6F}" presName="compNode" presStyleCnt="0"/>
      <dgm:spPr/>
    </dgm:pt>
    <dgm:pt modelId="{D5990466-79B2-4B3B-B843-81ECC2D80AEA}" type="pres">
      <dgm:prSet presAssocID="{B0D71A95-8314-416C-B8FC-9445B2B04A6F}" presName="bgRect" presStyleLbl="bgShp" presStyleIdx="3" presStyleCnt="4"/>
      <dgm:spPr/>
    </dgm:pt>
    <dgm:pt modelId="{18C0ABDB-1DDE-4286-81F2-D1DDAB121EB2}" type="pres">
      <dgm:prSet presAssocID="{B0D71A95-8314-416C-B8FC-9445B2B04A6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F30066A9-63FC-4685-A429-6A5C2B158BD2}" type="pres">
      <dgm:prSet presAssocID="{B0D71A95-8314-416C-B8FC-9445B2B04A6F}" presName="spaceRect" presStyleCnt="0"/>
      <dgm:spPr/>
    </dgm:pt>
    <dgm:pt modelId="{E3317E89-87B0-434E-B8CA-6D1B013420A7}" type="pres">
      <dgm:prSet presAssocID="{B0D71A95-8314-416C-B8FC-9445B2B04A6F}" presName="parTx" presStyleLbl="revTx" presStyleIdx="3" presStyleCnt="5">
        <dgm:presLayoutVars>
          <dgm:chMax val="0"/>
          <dgm:chPref val="0"/>
        </dgm:presLayoutVars>
      </dgm:prSet>
      <dgm:spPr/>
    </dgm:pt>
    <dgm:pt modelId="{02FD4E2D-0F57-47CA-9CB8-92668A4754FF}" type="pres">
      <dgm:prSet presAssocID="{B0D71A95-8314-416C-B8FC-9445B2B04A6F}" presName="desTx" presStyleLbl="revTx" presStyleIdx="4" presStyleCnt="5">
        <dgm:presLayoutVars/>
      </dgm:prSet>
      <dgm:spPr/>
    </dgm:pt>
  </dgm:ptLst>
  <dgm:cxnLst>
    <dgm:cxn modelId="{2E1D6D09-5626-486D-9034-E7B9F7B77D07}" type="presOf" srcId="{A3E60D69-0FB0-4BC8-8FE9-44655C26C21F}" destId="{2D9AD740-3C00-456E-BA7F-2BD466068303}" srcOrd="0" destOrd="0" presId="urn:microsoft.com/office/officeart/2018/2/layout/IconVerticalSolidList"/>
    <dgm:cxn modelId="{C1B5F709-2330-4E2B-99CB-B7227271C9DE}" srcId="{A5859F03-B17D-4634-8239-27FC15790251}" destId="{B0D71A95-8314-416C-B8FC-9445B2B04A6F}" srcOrd="3" destOrd="0" parTransId="{D6275168-F27E-4FB3-8918-4F077D4DB398}" sibTransId="{658A99DC-1C87-4163-B1C3-97CA152839F8}"/>
    <dgm:cxn modelId="{04E17E16-CB11-4E32-B6FE-68A713CE720A}" srcId="{A5859F03-B17D-4634-8239-27FC15790251}" destId="{6235F95A-3E6D-4AC7-B06B-6BA6680D8560}" srcOrd="1" destOrd="0" parTransId="{17B0C240-053C-49DE-8639-1EEC80B9A4AD}" sibTransId="{FD69E85E-8718-4443-9520-6919A4D839D2}"/>
    <dgm:cxn modelId="{28F6321A-3C8B-47FB-B022-AE071CC7261A}" type="presOf" srcId="{0FC302A7-EDDD-4E51-8F93-3BC97FF3A753}" destId="{02FD4E2D-0F57-47CA-9CB8-92668A4754FF}" srcOrd="0" destOrd="0" presId="urn:microsoft.com/office/officeart/2018/2/layout/IconVerticalSolidList"/>
    <dgm:cxn modelId="{5E60A626-2B89-4358-A889-050C3D7F1785}" type="presOf" srcId="{A5859F03-B17D-4634-8239-27FC15790251}" destId="{217B3E0D-64E0-4BD1-8073-31A0F396F1F4}" srcOrd="0" destOrd="0" presId="urn:microsoft.com/office/officeart/2018/2/layout/IconVerticalSolidList"/>
    <dgm:cxn modelId="{8F61D22D-7608-4C27-9E7A-9624A93A99C1}" type="presOf" srcId="{15CDDD50-82A5-444B-9EE2-C2DA6749BA3E}" destId="{3D5A32C4-A52C-4F63-9255-C1B8ACB8624C}" srcOrd="0" destOrd="0" presId="urn:microsoft.com/office/officeart/2018/2/layout/IconVerticalSolidList"/>
    <dgm:cxn modelId="{3F979532-53F8-410C-B987-D9C099410659}" type="presOf" srcId="{CC54C2DC-E5C2-464C-9D92-3C6178229198}" destId="{02FD4E2D-0F57-47CA-9CB8-92668A4754FF}" srcOrd="0" destOrd="1" presId="urn:microsoft.com/office/officeart/2018/2/layout/IconVerticalSolidList"/>
    <dgm:cxn modelId="{B471906F-A2A3-4E4D-873F-02646068641C}" srcId="{B0D71A95-8314-416C-B8FC-9445B2B04A6F}" destId="{CC54C2DC-E5C2-464C-9D92-3C6178229198}" srcOrd="1" destOrd="0" parTransId="{A90AD355-719A-40B9-898B-191629EC3328}" sibTransId="{53552149-81D3-4546-99D4-11B5B6ED578A}"/>
    <dgm:cxn modelId="{C6844672-9776-4E9D-8482-69D9779A5D31}" srcId="{A5859F03-B17D-4634-8239-27FC15790251}" destId="{15CDDD50-82A5-444B-9EE2-C2DA6749BA3E}" srcOrd="0" destOrd="0" parTransId="{BE17C554-9B5B-48EA-B460-24DD5AD131B8}" sibTransId="{E1AACFCE-AA07-435B-8A15-5CFA8FD7EA56}"/>
    <dgm:cxn modelId="{4EFA5B7D-1F9B-4BDD-9567-F94933796BE2}" type="presOf" srcId="{B0D71A95-8314-416C-B8FC-9445B2B04A6F}" destId="{E3317E89-87B0-434E-B8CA-6D1B013420A7}" srcOrd="0" destOrd="0" presId="urn:microsoft.com/office/officeart/2018/2/layout/IconVerticalSolidList"/>
    <dgm:cxn modelId="{D42AAD9B-E77A-4EA6-B698-32A056F39B95}" srcId="{B0D71A95-8314-416C-B8FC-9445B2B04A6F}" destId="{39279E1E-6D14-4335-A12D-DCE579908A19}" srcOrd="2" destOrd="0" parTransId="{7393A6E8-F102-458B-A301-7BEA236C3C83}" sibTransId="{741413F5-86D2-4C3D-A561-BE6132F7BCDF}"/>
    <dgm:cxn modelId="{A3FD8BA7-30A5-4CD2-BA5C-DA8E7C0038A8}" type="presOf" srcId="{6235F95A-3E6D-4AC7-B06B-6BA6680D8560}" destId="{B6A38BEB-E6A7-40B5-A781-6E7CF2036E11}" srcOrd="0" destOrd="0" presId="urn:microsoft.com/office/officeart/2018/2/layout/IconVerticalSolidList"/>
    <dgm:cxn modelId="{D50602A8-E103-47F0-B020-537D918665F9}" srcId="{A5859F03-B17D-4634-8239-27FC15790251}" destId="{A3E60D69-0FB0-4BC8-8FE9-44655C26C21F}" srcOrd="2" destOrd="0" parTransId="{C542720B-CDFE-4C4D-A3A8-3519F7BEA40A}" sibTransId="{7E8FCC2C-AFC2-42E2-915D-A39DF8D13BAB}"/>
    <dgm:cxn modelId="{D2FE98A9-1B60-46FE-90C8-05098F6E3508}" srcId="{B0D71A95-8314-416C-B8FC-9445B2B04A6F}" destId="{0FC302A7-EDDD-4E51-8F93-3BC97FF3A753}" srcOrd="0" destOrd="0" parTransId="{87664DC5-BF40-4C6D-87D2-5C6F78020D6C}" sibTransId="{136D7997-BBD0-4436-A1AC-4333D971EE97}"/>
    <dgm:cxn modelId="{5B8C99FC-B239-4D43-BB64-9F1FCFCBB72B}" type="presOf" srcId="{39279E1E-6D14-4335-A12D-DCE579908A19}" destId="{02FD4E2D-0F57-47CA-9CB8-92668A4754FF}" srcOrd="0" destOrd="2" presId="urn:microsoft.com/office/officeart/2018/2/layout/IconVerticalSolidList"/>
    <dgm:cxn modelId="{4700EAD2-08E6-4DDD-AA74-6B85EE5B1C77}" type="presParOf" srcId="{217B3E0D-64E0-4BD1-8073-31A0F396F1F4}" destId="{C8C5594C-33D7-49ED-9875-0A1C4D11AFDA}" srcOrd="0" destOrd="0" presId="urn:microsoft.com/office/officeart/2018/2/layout/IconVerticalSolidList"/>
    <dgm:cxn modelId="{0E5B4F25-C4F9-4EE6-BDCD-5166648031B0}" type="presParOf" srcId="{C8C5594C-33D7-49ED-9875-0A1C4D11AFDA}" destId="{D6B4525F-38FC-4AA3-B2BD-5CABB4EBAF6A}" srcOrd="0" destOrd="0" presId="urn:microsoft.com/office/officeart/2018/2/layout/IconVerticalSolidList"/>
    <dgm:cxn modelId="{1E6239DB-B7D3-4A2E-8BDB-7FD294D8C880}" type="presParOf" srcId="{C8C5594C-33D7-49ED-9875-0A1C4D11AFDA}" destId="{281244A9-16F2-41A0-9DBE-1811A9D042F8}" srcOrd="1" destOrd="0" presId="urn:microsoft.com/office/officeart/2018/2/layout/IconVerticalSolidList"/>
    <dgm:cxn modelId="{2DF6D4D8-3EE4-4CC2-A722-75E86D7E175F}" type="presParOf" srcId="{C8C5594C-33D7-49ED-9875-0A1C4D11AFDA}" destId="{34AE1BF0-79C6-4F07-91D9-D02AA4ACBF9E}" srcOrd="2" destOrd="0" presId="urn:microsoft.com/office/officeart/2018/2/layout/IconVerticalSolidList"/>
    <dgm:cxn modelId="{008719E8-C2EB-4140-93C7-4D9B086EECD2}" type="presParOf" srcId="{C8C5594C-33D7-49ED-9875-0A1C4D11AFDA}" destId="{3D5A32C4-A52C-4F63-9255-C1B8ACB8624C}" srcOrd="3" destOrd="0" presId="urn:microsoft.com/office/officeart/2018/2/layout/IconVerticalSolidList"/>
    <dgm:cxn modelId="{EC2AE8CF-810C-488B-ADBB-CDDD09853FD7}" type="presParOf" srcId="{217B3E0D-64E0-4BD1-8073-31A0F396F1F4}" destId="{ABD706E6-3638-404B-BD47-D4E652F8B979}" srcOrd="1" destOrd="0" presId="urn:microsoft.com/office/officeart/2018/2/layout/IconVerticalSolidList"/>
    <dgm:cxn modelId="{EB90F97D-52E3-4E7E-B487-A2AD8C3F3D52}" type="presParOf" srcId="{217B3E0D-64E0-4BD1-8073-31A0F396F1F4}" destId="{C815BE5A-CE43-4903-BD70-6918975F6459}" srcOrd="2" destOrd="0" presId="urn:microsoft.com/office/officeart/2018/2/layout/IconVerticalSolidList"/>
    <dgm:cxn modelId="{87F7DFA7-9A90-4FFC-95D1-1D1026EA1C03}" type="presParOf" srcId="{C815BE5A-CE43-4903-BD70-6918975F6459}" destId="{90A50EA5-F4A7-4392-9AA8-6E5E9EA2CFFD}" srcOrd="0" destOrd="0" presId="urn:microsoft.com/office/officeart/2018/2/layout/IconVerticalSolidList"/>
    <dgm:cxn modelId="{6BD1CAF2-2696-4821-9A48-2AA406DE039C}" type="presParOf" srcId="{C815BE5A-CE43-4903-BD70-6918975F6459}" destId="{576351B8-5AAC-4D25-B7F4-7087C70F91AA}" srcOrd="1" destOrd="0" presId="urn:microsoft.com/office/officeart/2018/2/layout/IconVerticalSolidList"/>
    <dgm:cxn modelId="{FBF6DAE6-F21B-47C0-A251-AB82A4B1E016}" type="presParOf" srcId="{C815BE5A-CE43-4903-BD70-6918975F6459}" destId="{44EE49DB-B8B6-41FA-AA56-57D9F7274091}" srcOrd="2" destOrd="0" presId="urn:microsoft.com/office/officeart/2018/2/layout/IconVerticalSolidList"/>
    <dgm:cxn modelId="{F7B7DBCB-AB5D-464B-9BFF-47464422463B}" type="presParOf" srcId="{C815BE5A-CE43-4903-BD70-6918975F6459}" destId="{B6A38BEB-E6A7-40B5-A781-6E7CF2036E11}" srcOrd="3" destOrd="0" presId="urn:microsoft.com/office/officeart/2018/2/layout/IconVerticalSolidList"/>
    <dgm:cxn modelId="{6050D4F1-51D9-4CC7-AAB5-51F6D9E35E0E}" type="presParOf" srcId="{217B3E0D-64E0-4BD1-8073-31A0F396F1F4}" destId="{4EC2050C-4FD6-4BF3-B783-C9219D8059E0}" srcOrd="3" destOrd="0" presId="urn:microsoft.com/office/officeart/2018/2/layout/IconVerticalSolidList"/>
    <dgm:cxn modelId="{AF5014A3-91BB-47E6-9FD1-99A5164911A4}" type="presParOf" srcId="{217B3E0D-64E0-4BD1-8073-31A0F396F1F4}" destId="{9F901FBC-3FB5-478C-9AFE-9364EA82DFE5}" srcOrd="4" destOrd="0" presId="urn:microsoft.com/office/officeart/2018/2/layout/IconVerticalSolidList"/>
    <dgm:cxn modelId="{DD1BA2FC-6B6A-4B79-B1A0-2875CBEDB632}" type="presParOf" srcId="{9F901FBC-3FB5-478C-9AFE-9364EA82DFE5}" destId="{AE6CD697-709D-4BB5-92FA-18B55E9B4B5B}" srcOrd="0" destOrd="0" presId="urn:microsoft.com/office/officeart/2018/2/layout/IconVerticalSolidList"/>
    <dgm:cxn modelId="{3394524A-5F83-4CC9-9C97-E956E3EB5B8C}" type="presParOf" srcId="{9F901FBC-3FB5-478C-9AFE-9364EA82DFE5}" destId="{8F86EE26-023A-429C-B403-8EF33037F7B2}" srcOrd="1" destOrd="0" presId="urn:microsoft.com/office/officeart/2018/2/layout/IconVerticalSolidList"/>
    <dgm:cxn modelId="{CFF42AB6-4CA6-42C1-953F-F019B9E71F16}" type="presParOf" srcId="{9F901FBC-3FB5-478C-9AFE-9364EA82DFE5}" destId="{B14B940F-B177-4B1D-B525-0033E46802B1}" srcOrd="2" destOrd="0" presId="urn:microsoft.com/office/officeart/2018/2/layout/IconVerticalSolidList"/>
    <dgm:cxn modelId="{EFF0EB22-85BA-4DE2-A1DC-8E6426AF7B06}" type="presParOf" srcId="{9F901FBC-3FB5-478C-9AFE-9364EA82DFE5}" destId="{2D9AD740-3C00-456E-BA7F-2BD466068303}" srcOrd="3" destOrd="0" presId="urn:microsoft.com/office/officeart/2018/2/layout/IconVerticalSolidList"/>
    <dgm:cxn modelId="{D8F81C79-0853-4130-A88E-DD2D72E8E16D}" type="presParOf" srcId="{217B3E0D-64E0-4BD1-8073-31A0F396F1F4}" destId="{3D7F63DE-8745-4317-AD25-913D1E5BF736}" srcOrd="5" destOrd="0" presId="urn:microsoft.com/office/officeart/2018/2/layout/IconVerticalSolidList"/>
    <dgm:cxn modelId="{C9708ED5-02E9-407C-90EC-E159E66FD9DE}" type="presParOf" srcId="{217B3E0D-64E0-4BD1-8073-31A0F396F1F4}" destId="{6C9A4D57-FAFE-4E27-9A94-75FB4912723E}" srcOrd="6" destOrd="0" presId="urn:microsoft.com/office/officeart/2018/2/layout/IconVerticalSolidList"/>
    <dgm:cxn modelId="{D5935DD3-D6E4-46A5-9330-CE80253EBA0D}" type="presParOf" srcId="{6C9A4D57-FAFE-4E27-9A94-75FB4912723E}" destId="{D5990466-79B2-4B3B-B843-81ECC2D80AEA}" srcOrd="0" destOrd="0" presId="urn:microsoft.com/office/officeart/2018/2/layout/IconVerticalSolidList"/>
    <dgm:cxn modelId="{D1636FB8-8148-4CB8-AFD4-5CBB6ABA0B73}" type="presParOf" srcId="{6C9A4D57-FAFE-4E27-9A94-75FB4912723E}" destId="{18C0ABDB-1DDE-4286-81F2-D1DDAB121EB2}" srcOrd="1" destOrd="0" presId="urn:microsoft.com/office/officeart/2018/2/layout/IconVerticalSolidList"/>
    <dgm:cxn modelId="{03E66C65-A59F-41A4-9368-BEF2AC7E6522}" type="presParOf" srcId="{6C9A4D57-FAFE-4E27-9A94-75FB4912723E}" destId="{F30066A9-63FC-4685-A429-6A5C2B158BD2}" srcOrd="2" destOrd="0" presId="urn:microsoft.com/office/officeart/2018/2/layout/IconVerticalSolidList"/>
    <dgm:cxn modelId="{8AC98B4F-B3CF-407E-A020-BB4F94258F82}" type="presParOf" srcId="{6C9A4D57-FAFE-4E27-9A94-75FB4912723E}" destId="{E3317E89-87B0-434E-B8CA-6D1B013420A7}" srcOrd="3" destOrd="0" presId="urn:microsoft.com/office/officeart/2018/2/layout/IconVerticalSolidList"/>
    <dgm:cxn modelId="{0FDFFAE9-0484-46D0-85E1-865CB0923C24}" type="presParOf" srcId="{6C9A4D57-FAFE-4E27-9A94-75FB4912723E}" destId="{02FD4E2D-0F57-47CA-9CB8-92668A4754FF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CEC0F0-96A3-41E4-984B-F26560537A0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6D10275-7B2C-4775-AFE3-DF8BDFC09520}">
      <dgm:prSet/>
      <dgm:spPr/>
      <dgm:t>
        <a:bodyPr/>
        <a:lstStyle/>
        <a:p>
          <a:r>
            <a:rPr lang="en-US" b="1"/>
            <a:t>HTML Tags:</a:t>
          </a:r>
          <a:r>
            <a:rPr lang="en-US"/>
            <a:t> We use modern tags for better organization and accessibility: </a:t>
          </a:r>
        </a:p>
      </dgm:t>
    </dgm:pt>
    <dgm:pt modelId="{9B23A305-3465-4F05-874C-817A44610C9E}" type="parTrans" cxnId="{27E144F1-6E1F-4EA7-BFA1-12BBFD8533D6}">
      <dgm:prSet/>
      <dgm:spPr/>
      <dgm:t>
        <a:bodyPr/>
        <a:lstStyle/>
        <a:p>
          <a:endParaRPr lang="en-US"/>
        </a:p>
      </dgm:t>
    </dgm:pt>
    <dgm:pt modelId="{1FE85467-2855-4FD4-8BEC-5BF4FD892D36}" type="sibTrans" cxnId="{27E144F1-6E1F-4EA7-BFA1-12BBFD8533D6}">
      <dgm:prSet/>
      <dgm:spPr/>
      <dgm:t>
        <a:bodyPr/>
        <a:lstStyle/>
        <a:p>
          <a:endParaRPr lang="en-US"/>
        </a:p>
      </dgm:t>
    </dgm:pt>
    <dgm:pt modelId="{1ED6F26A-9B5A-4899-AAC6-8D8988E61145}">
      <dgm:prSet/>
      <dgm:spPr/>
      <dgm:t>
        <a:bodyPr/>
        <a:lstStyle/>
        <a:p>
          <a:r>
            <a:rPr lang="en-US"/>
            <a:t>&lt;header&gt;, &lt;nav&gt;, &lt;main&gt;, &lt;section&gt;, &lt;footer&gt;</a:t>
          </a:r>
        </a:p>
      </dgm:t>
    </dgm:pt>
    <dgm:pt modelId="{9603D8AE-86E8-4F17-B715-5B12BE25DC0E}" type="parTrans" cxnId="{09E1E2DA-52D4-47CF-8A04-F05D50C785CA}">
      <dgm:prSet/>
      <dgm:spPr/>
      <dgm:t>
        <a:bodyPr/>
        <a:lstStyle/>
        <a:p>
          <a:endParaRPr lang="en-US"/>
        </a:p>
      </dgm:t>
    </dgm:pt>
    <dgm:pt modelId="{025C6B0B-9957-4A66-8310-69FC5D20CF73}" type="sibTrans" cxnId="{09E1E2DA-52D4-47CF-8A04-F05D50C785CA}">
      <dgm:prSet/>
      <dgm:spPr/>
      <dgm:t>
        <a:bodyPr/>
        <a:lstStyle/>
        <a:p>
          <a:endParaRPr lang="en-US"/>
        </a:p>
      </dgm:t>
    </dgm:pt>
    <dgm:pt modelId="{1D630771-33B8-4F88-B3BF-0CC892C7C143}">
      <dgm:prSet/>
      <dgm:spPr/>
      <dgm:t>
        <a:bodyPr/>
        <a:lstStyle/>
        <a:p>
          <a:r>
            <a:rPr lang="en-US" dirty="0"/>
            <a:t>&lt;h1&gt; to &lt;h6&gt; for headings, &lt;p&gt; for paragraphs, &lt;ul&gt;/&lt;</a:t>
          </a:r>
          <a:r>
            <a:rPr lang="en-US" dirty="0" err="1"/>
            <a:t>ol</a:t>
          </a:r>
          <a:r>
            <a:rPr lang="en-US" dirty="0"/>
            <a:t>&gt; for lists (used for navigation and game categories).</a:t>
          </a:r>
        </a:p>
      </dgm:t>
    </dgm:pt>
    <dgm:pt modelId="{FD25EF8E-BA2D-4486-91B0-CB08DA6E4C08}" type="parTrans" cxnId="{4701502C-E3D3-4801-9ECE-5E7370B7E171}">
      <dgm:prSet/>
      <dgm:spPr/>
      <dgm:t>
        <a:bodyPr/>
        <a:lstStyle/>
        <a:p>
          <a:endParaRPr lang="en-US"/>
        </a:p>
      </dgm:t>
    </dgm:pt>
    <dgm:pt modelId="{176D1251-A3BD-47A2-9670-7568039202C1}" type="sibTrans" cxnId="{4701502C-E3D3-4801-9ECE-5E7370B7E171}">
      <dgm:prSet/>
      <dgm:spPr/>
      <dgm:t>
        <a:bodyPr/>
        <a:lstStyle/>
        <a:p>
          <a:endParaRPr lang="en-US"/>
        </a:p>
      </dgm:t>
    </dgm:pt>
    <dgm:pt modelId="{95D577E8-4905-4336-8E01-8EC94027D6EE}">
      <dgm:prSet/>
      <dgm:spPr/>
      <dgm:t>
        <a:bodyPr/>
        <a:lstStyle/>
        <a:p>
          <a:r>
            <a:rPr lang="en-US" b="1"/>
            <a:t>Content Organization:</a:t>
          </a:r>
          <a:r>
            <a:rPr lang="en-US"/>
            <a:t> HTML structures text, images (&lt;img&gt;), and links (&lt;a&gt;) into logical sections.</a:t>
          </a:r>
        </a:p>
      </dgm:t>
    </dgm:pt>
    <dgm:pt modelId="{7CB494B5-2472-4D2B-A9BE-817BE23A814B}" type="parTrans" cxnId="{93D8E2DB-6927-49EA-9D56-A108E7E94B5A}">
      <dgm:prSet/>
      <dgm:spPr/>
      <dgm:t>
        <a:bodyPr/>
        <a:lstStyle/>
        <a:p>
          <a:endParaRPr lang="en-US"/>
        </a:p>
      </dgm:t>
    </dgm:pt>
    <dgm:pt modelId="{E38CB176-9EBC-42EE-90AC-0F46B5BC2A56}" type="sibTrans" cxnId="{93D8E2DB-6927-49EA-9D56-A108E7E94B5A}">
      <dgm:prSet/>
      <dgm:spPr/>
      <dgm:t>
        <a:bodyPr/>
        <a:lstStyle/>
        <a:p>
          <a:endParaRPr lang="en-US"/>
        </a:p>
      </dgm:t>
    </dgm:pt>
    <dgm:pt modelId="{4B3B7F5F-ED88-49A0-8280-356A19B45FE2}">
      <dgm:prSet/>
      <dgm:spPr/>
      <dgm:t>
        <a:bodyPr/>
        <a:lstStyle/>
        <a:p>
          <a:r>
            <a:rPr lang="en-US" b="1" dirty="0"/>
            <a:t>Navigation:</a:t>
          </a:r>
          <a:r>
            <a:rPr lang="en-US" dirty="0"/>
            <a:t> Anchor tags (&lt;a&gt;) create links to different pages and categories, like [Home](index.html) or [RPG](categories/rpg.html).</a:t>
          </a:r>
        </a:p>
      </dgm:t>
    </dgm:pt>
    <dgm:pt modelId="{E08716A8-E9B5-4559-9830-8B7C3CDA592F}" type="parTrans" cxnId="{120699FC-6A6D-4AC6-A44B-F6D7CA2B62FC}">
      <dgm:prSet/>
      <dgm:spPr/>
      <dgm:t>
        <a:bodyPr/>
        <a:lstStyle/>
        <a:p>
          <a:endParaRPr lang="en-US"/>
        </a:p>
      </dgm:t>
    </dgm:pt>
    <dgm:pt modelId="{05EDF192-D78D-4E67-B0C9-8F8B0F1F1773}" type="sibTrans" cxnId="{120699FC-6A6D-4AC6-A44B-F6D7CA2B62FC}">
      <dgm:prSet/>
      <dgm:spPr/>
      <dgm:t>
        <a:bodyPr/>
        <a:lstStyle/>
        <a:p>
          <a:endParaRPr lang="en-US"/>
        </a:p>
      </dgm:t>
    </dgm:pt>
    <dgm:pt modelId="{27594FE1-66EA-4A7B-99B4-6DA724B8D4B3}" type="pres">
      <dgm:prSet presAssocID="{90CEC0F0-96A3-41E4-984B-F26560537A0D}" presName="root" presStyleCnt="0">
        <dgm:presLayoutVars>
          <dgm:dir/>
          <dgm:resizeHandles val="exact"/>
        </dgm:presLayoutVars>
      </dgm:prSet>
      <dgm:spPr/>
    </dgm:pt>
    <dgm:pt modelId="{CFEF38B1-5419-4FD8-8A94-2F94D83F4D21}" type="pres">
      <dgm:prSet presAssocID="{16D10275-7B2C-4775-AFE3-DF8BDFC09520}" presName="compNode" presStyleCnt="0"/>
      <dgm:spPr/>
    </dgm:pt>
    <dgm:pt modelId="{712AAFD5-0DE2-4789-A5A7-4E0151C0A911}" type="pres">
      <dgm:prSet presAssocID="{16D10275-7B2C-4775-AFE3-DF8BDFC09520}" presName="bgRect" presStyleLbl="bgShp" presStyleIdx="0" presStyleCnt="3"/>
      <dgm:spPr/>
    </dgm:pt>
    <dgm:pt modelId="{388AC02E-2456-47ED-B21B-74CE66D58E03}" type="pres">
      <dgm:prSet presAssocID="{16D10275-7B2C-4775-AFE3-DF8BDFC0952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AA28AC2-53B0-48C8-9FB0-7EC9519BFE77}" type="pres">
      <dgm:prSet presAssocID="{16D10275-7B2C-4775-AFE3-DF8BDFC09520}" presName="spaceRect" presStyleCnt="0"/>
      <dgm:spPr/>
    </dgm:pt>
    <dgm:pt modelId="{8707A276-4E1F-4AA9-BFF7-4EDB378C1462}" type="pres">
      <dgm:prSet presAssocID="{16D10275-7B2C-4775-AFE3-DF8BDFC09520}" presName="parTx" presStyleLbl="revTx" presStyleIdx="0" presStyleCnt="4">
        <dgm:presLayoutVars>
          <dgm:chMax val="0"/>
          <dgm:chPref val="0"/>
        </dgm:presLayoutVars>
      </dgm:prSet>
      <dgm:spPr/>
    </dgm:pt>
    <dgm:pt modelId="{7E5B4E98-9277-4A74-B60C-001D531A05C2}" type="pres">
      <dgm:prSet presAssocID="{16D10275-7B2C-4775-AFE3-DF8BDFC09520}" presName="desTx" presStyleLbl="revTx" presStyleIdx="1" presStyleCnt="4">
        <dgm:presLayoutVars/>
      </dgm:prSet>
      <dgm:spPr/>
    </dgm:pt>
    <dgm:pt modelId="{0E27F0E0-8B7E-4EF7-9FA7-4E2FF36B02AF}" type="pres">
      <dgm:prSet presAssocID="{1FE85467-2855-4FD4-8BEC-5BF4FD892D36}" presName="sibTrans" presStyleCnt="0"/>
      <dgm:spPr/>
    </dgm:pt>
    <dgm:pt modelId="{5DBDA0BF-5CA5-4F0C-8C3C-CF3BE6123BF1}" type="pres">
      <dgm:prSet presAssocID="{95D577E8-4905-4336-8E01-8EC94027D6EE}" presName="compNode" presStyleCnt="0"/>
      <dgm:spPr/>
    </dgm:pt>
    <dgm:pt modelId="{2FFF7796-DF3F-4B1B-BBAD-4F3417990C31}" type="pres">
      <dgm:prSet presAssocID="{95D577E8-4905-4336-8E01-8EC94027D6EE}" presName="bgRect" presStyleLbl="bgShp" presStyleIdx="1" presStyleCnt="3"/>
      <dgm:spPr/>
    </dgm:pt>
    <dgm:pt modelId="{3580E4D6-3C7D-4C6A-A886-AE6DEA0E571C}" type="pres">
      <dgm:prSet presAssocID="{95D577E8-4905-4336-8E01-8EC94027D6E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452AEEA0-E058-465B-8790-370FBC051656}" type="pres">
      <dgm:prSet presAssocID="{95D577E8-4905-4336-8E01-8EC94027D6EE}" presName="spaceRect" presStyleCnt="0"/>
      <dgm:spPr/>
    </dgm:pt>
    <dgm:pt modelId="{42F4CF46-ABA2-49BF-BB03-998E2D9340CC}" type="pres">
      <dgm:prSet presAssocID="{95D577E8-4905-4336-8E01-8EC94027D6EE}" presName="parTx" presStyleLbl="revTx" presStyleIdx="2" presStyleCnt="4">
        <dgm:presLayoutVars>
          <dgm:chMax val="0"/>
          <dgm:chPref val="0"/>
        </dgm:presLayoutVars>
      </dgm:prSet>
      <dgm:spPr/>
    </dgm:pt>
    <dgm:pt modelId="{84D927FD-97DB-4FFC-858D-AA8DAB15FAAB}" type="pres">
      <dgm:prSet presAssocID="{E38CB176-9EBC-42EE-90AC-0F46B5BC2A56}" presName="sibTrans" presStyleCnt="0"/>
      <dgm:spPr/>
    </dgm:pt>
    <dgm:pt modelId="{E61A8DBB-0F04-4606-9684-0118B3B15BB8}" type="pres">
      <dgm:prSet presAssocID="{4B3B7F5F-ED88-49A0-8280-356A19B45FE2}" presName="compNode" presStyleCnt="0"/>
      <dgm:spPr/>
    </dgm:pt>
    <dgm:pt modelId="{4E12E44E-3CE8-4799-9101-62FE5FB302F1}" type="pres">
      <dgm:prSet presAssocID="{4B3B7F5F-ED88-49A0-8280-356A19B45FE2}" presName="bgRect" presStyleLbl="bgShp" presStyleIdx="2" presStyleCnt="3"/>
      <dgm:spPr/>
    </dgm:pt>
    <dgm:pt modelId="{DE670814-CEA5-4061-8413-33896BDF4331}" type="pres">
      <dgm:prSet presAssocID="{4B3B7F5F-ED88-49A0-8280-356A19B45FE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chor"/>
        </a:ext>
      </dgm:extLst>
    </dgm:pt>
    <dgm:pt modelId="{F9F3EE14-7EC6-4A76-A193-BE247D6B097C}" type="pres">
      <dgm:prSet presAssocID="{4B3B7F5F-ED88-49A0-8280-356A19B45FE2}" presName="spaceRect" presStyleCnt="0"/>
      <dgm:spPr/>
    </dgm:pt>
    <dgm:pt modelId="{F92E7412-6A22-4C84-8CEE-883AE7FFF18E}" type="pres">
      <dgm:prSet presAssocID="{4B3B7F5F-ED88-49A0-8280-356A19B45FE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B816B00-C836-4936-AB04-CB7093F039B5}" type="presOf" srcId="{4B3B7F5F-ED88-49A0-8280-356A19B45FE2}" destId="{F92E7412-6A22-4C84-8CEE-883AE7FFF18E}" srcOrd="0" destOrd="0" presId="urn:microsoft.com/office/officeart/2018/2/layout/IconVerticalSolidList"/>
    <dgm:cxn modelId="{4701502C-E3D3-4801-9ECE-5E7370B7E171}" srcId="{16D10275-7B2C-4775-AFE3-DF8BDFC09520}" destId="{1D630771-33B8-4F88-B3BF-0CC892C7C143}" srcOrd="1" destOrd="0" parTransId="{FD25EF8E-BA2D-4486-91B0-CB08DA6E4C08}" sibTransId="{176D1251-A3BD-47A2-9670-7568039202C1}"/>
    <dgm:cxn modelId="{F333FA37-3F3E-4255-9749-104535BD25A3}" type="presOf" srcId="{95D577E8-4905-4336-8E01-8EC94027D6EE}" destId="{42F4CF46-ABA2-49BF-BB03-998E2D9340CC}" srcOrd="0" destOrd="0" presId="urn:microsoft.com/office/officeart/2018/2/layout/IconVerticalSolidList"/>
    <dgm:cxn modelId="{BACA7953-091C-4325-80DE-809A1218819C}" type="presOf" srcId="{1ED6F26A-9B5A-4899-AAC6-8D8988E61145}" destId="{7E5B4E98-9277-4A74-B60C-001D531A05C2}" srcOrd="0" destOrd="0" presId="urn:microsoft.com/office/officeart/2018/2/layout/IconVerticalSolidList"/>
    <dgm:cxn modelId="{BADC0C8B-9A4A-4327-B86C-885356116B47}" type="presOf" srcId="{16D10275-7B2C-4775-AFE3-DF8BDFC09520}" destId="{8707A276-4E1F-4AA9-BFF7-4EDB378C1462}" srcOrd="0" destOrd="0" presId="urn:microsoft.com/office/officeart/2018/2/layout/IconVerticalSolidList"/>
    <dgm:cxn modelId="{4589A9C5-EB95-4BF1-9148-6D60ED9EB81A}" type="presOf" srcId="{1D630771-33B8-4F88-B3BF-0CC892C7C143}" destId="{7E5B4E98-9277-4A74-B60C-001D531A05C2}" srcOrd="0" destOrd="1" presId="urn:microsoft.com/office/officeart/2018/2/layout/IconVerticalSolidList"/>
    <dgm:cxn modelId="{09E1E2DA-52D4-47CF-8A04-F05D50C785CA}" srcId="{16D10275-7B2C-4775-AFE3-DF8BDFC09520}" destId="{1ED6F26A-9B5A-4899-AAC6-8D8988E61145}" srcOrd="0" destOrd="0" parTransId="{9603D8AE-86E8-4F17-B715-5B12BE25DC0E}" sibTransId="{025C6B0B-9957-4A66-8310-69FC5D20CF73}"/>
    <dgm:cxn modelId="{93D8E2DB-6927-49EA-9D56-A108E7E94B5A}" srcId="{90CEC0F0-96A3-41E4-984B-F26560537A0D}" destId="{95D577E8-4905-4336-8E01-8EC94027D6EE}" srcOrd="1" destOrd="0" parTransId="{7CB494B5-2472-4D2B-A9BE-817BE23A814B}" sibTransId="{E38CB176-9EBC-42EE-90AC-0F46B5BC2A56}"/>
    <dgm:cxn modelId="{51310DEB-DBA4-4D92-A132-7009466956E6}" type="presOf" srcId="{90CEC0F0-96A3-41E4-984B-F26560537A0D}" destId="{27594FE1-66EA-4A7B-99B4-6DA724B8D4B3}" srcOrd="0" destOrd="0" presId="urn:microsoft.com/office/officeart/2018/2/layout/IconVerticalSolidList"/>
    <dgm:cxn modelId="{27E144F1-6E1F-4EA7-BFA1-12BBFD8533D6}" srcId="{90CEC0F0-96A3-41E4-984B-F26560537A0D}" destId="{16D10275-7B2C-4775-AFE3-DF8BDFC09520}" srcOrd="0" destOrd="0" parTransId="{9B23A305-3465-4F05-874C-817A44610C9E}" sibTransId="{1FE85467-2855-4FD4-8BEC-5BF4FD892D36}"/>
    <dgm:cxn modelId="{120699FC-6A6D-4AC6-A44B-F6D7CA2B62FC}" srcId="{90CEC0F0-96A3-41E4-984B-F26560537A0D}" destId="{4B3B7F5F-ED88-49A0-8280-356A19B45FE2}" srcOrd="2" destOrd="0" parTransId="{E08716A8-E9B5-4559-9830-8B7C3CDA592F}" sibTransId="{05EDF192-D78D-4E67-B0C9-8F8B0F1F1773}"/>
    <dgm:cxn modelId="{DF85EC63-C793-4AF5-84BD-8F6C8B4E1A75}" type="presParOf" srcId="{27594FE1-66EA-4A7B-99B4-6DA724B8D4B3}" destId="{CFEF38B1-5419-4FD8-8A94-2F94D83F4D21}" srcOrd="0" destOrd="0" presId="urn:microsoft.com/office/officeart/2018/2/layout/IconVerticalSolidList"/>
    <dgm:cxn modelId="{FD0029D2-8973-4BAD-8B58-2114EDC7E8EA}" type="presParOf" srcId="{CFEF38B1-5419-4FD8-8A94-2F94D83F4D21}" destId="{712AAFD5-0DE2-4789-A5A7-4E0151C0A911}" srcOrd="0" destOrd="0" presId="urn:microsoft.com/office/officeart/2018/2/layout/IconVerticalSolidList"/>
    <dgm:cxn modelId="{F04F56B8-79CA-4992-A19C-F016ADBD0ECD}" type="presParOf" srcId="{CFEF38B1-5419-4FD8-8A94-2F94D83F4D21}" destId="{388AC02E-2456-47ED-B21B-74CE66D58E03}" srcOrd="1" destOrd="0" presId="urn:microsoft.com/office/officeart/2018/2/layout/IconVerticalSolidList"/>
    <dgm:cxn modelId="{B4417150-67C9-42BA-A0BF-48FC4A737184}" type="presParOf" srcId="{CFEF38B1-5419-4FD8-8A94-2F94D83F4D21}" destId="{CAA28AC2-53B0-48C8-9FB0-7EC9519BFE77}" srcOrd="2" destOrd="0" presId="urn:microsoft.com/office/officeart/2018/2/layout/IconVerticalSolidList"/>
    <dgm:cxn modelId="{CE16448E-380F-421B-AF02-67673E5087CB}" type="presParOf" srcId="{CFEF38B1-5419-4FD8-8A94-2F94D83F4D21}" destId="{8707A276-4E1F-4AA9-BFF7-4EDB378C1462}" srcOrd="3" destOrd="0" presId="urn:microsoft.com/office/officeart/2018/2/layout/IconVerticalSolidList"/>
    <dgm:cxn modelId="{7E18116A-00E6-45D3-8996-389619D5FAA6}" type="presParOf" srcId="{CFEF38B1-5419-4FD8-8A94-2F94D83F4D21}" destId="{7E5B4E98-9277-4A74-B60C-001D531A05C2}" srcOrd="4" destOrd="0" presId="urn:microsoft.com/office/officeart/2018/2/layout/IconVerticalSolidList"/>
    <dgm:cxn modelId="{68C6A292-1034-4F3E-AF92-FC87F0F3D5B7}" type="presParOf" srcId="{27594FE1-66EA-4A7B-99B4-6DA724B8D4B3}" destId="{0E27F0E0-8B7E-4EF7-9FA7-4E2FF36B02AF}" srcOrd="1" destOrd="0" presId="urn:microsoft.com/office/officeart/2018/2/layout/IconVerticalSolidList"/>
    <dgm:cxn modelId="{278AD999-3C83-49B6-AC2E-4445C2C58893}" type="presParOf" srcId="{27594FE1-66EA-4A7B-99B4-6DA724B8D4B3}" destId="{5DBDA0BF-5CA5-4F0C-8C3C-CF3BE6123BF1}" srcOrd="2" destOrd="0" presId="urn:microsoft.com/office/officeart/2018/2/layout/IconVerticalSolidList"/>
    <dgm:cxn modelId="{9B936AA5-506A-44D8-A904-605ED8D1A95C}" type="presParOf" srcId="{5DBDA0BF-5CA5-4F0C-8C3C-CF3BE6123BF1}" destId="{2FFF7796-DF3F-4B1B-BBAD-4F3417990C31}" srcOrd="0" destOrd="0" presId="urn:microsoft.com/office/officeart/2018/2/layout/IconVerticalSolidList"/>
    <dgm:cxn modelId="{E29DBE09-E8E5-4771-A17F-3F562577FBFE}" type="presParOf" srcId="{5DBDA0BF-5CA5-4F0C-8C3C-CF3BE6123BF1}" destId="{3580E4D6-3C7D-4C6A-A886-AE6DEA0E571C}" srcOrd="1" destOrd="0" presId="urn:microsoft.com/office/officeart/2018/2/layout/IconVerticalSolidList"/>
    <dgm:cxn modelId="{607E9949-A01B-4B84-BB44-5376F4E8B14B}" type="presParOf" srcId="{5DBDA0BF-5CA5-4F0C-8C3C-CF3BE6123BF1}" destId="{452AEEA0-E058-465B-8790-370FBC051656}" srcOrd="2" destOrd="0" presId="urn:microsoft.com/office/officeart/2018/2/layout/IconVerticalSolidList"/>
    <dgm:cxn modelId="{3EB76C7D-7FD2-4DD8-B463-0F4A987EB698}" type="presParOf" srcId="{5DBDA0BF-5CA5-4F0C-8C3C-CF3BE6123BF1}" destId="{42F4CF46-ABA2-49BF-BB03-998E2D9340CC}" srcOrd="3" destOrd="0" presId="urn:microsoft.com/office/officeart/2018/2/layout/IconVerticalSolidList"/>
    <dgm:cxn modelId="{77178ABF-08F9-4DA4-B25A-3E558EA1446E}" type="presParOf" srcId="{27594FE1-66EA-4A7B-99B4-6DA724B8D4B3}" destId="{84D927FD-97DB-4FFC-858D-AA8DAB15FAAB}" srcOrd="3" destOrd="0" presId="urn:microsoft.com/office/officeart/2018/2/layout/IconVerticalSolidList"/>
    <dgm:cxn modelId="{A596732C-B643-44BC-BBD4-A3E5D1CCF56B}" type="presParOf" srcId="{27594FE1-66EA-4A7B-99B4-6DA724B8D4B3}" destId="{E61A8DBB-0F04-4606-9684-0118B3B15BB8}" srcOrd="4" destOrd="0" presId="urn:microsoft.com/office/officeart/2018/2/layout/IconVerticalSolidList"/>
    <dgm:cxn modelId="{EEB294CB-0FDB-43E3-94AB-FD41A229FC02}" type="presParOf" srcId="{E61A8DBB-0F04-4606-9684-0118B3B15BB8}" destId="{4E12E44E-3CE8-4799-9101-62FE5FB302F1}" srcOrd="0" destOrd="0" presId="urn:microsoft.com/office/officeart/2018/2/layout/IconVerticalSolidList"/>
    <dgm:cxn modelId="{D92E95E2-D01B-4CE8-A0BF-D3940EB4A147}" type="presParOf" srcId="{E61A8DBB-0F04-4606-9684-0118B3B15BB8}" destId="{DE670814-CEA5-4061-8413-33896BDF4331}" srcOrd="1" destOrd="0" presId="urn:microsoft.com/office/officeart/2018/2/layout/IconVerticalSolidList"/>
    <dgm:cxn modelId="{0EB41D8B-129B-4A5E-8636-92B9C411AC22}" type="presParOf" srcId="{E61A8DBB-0F04-4606-9684-0118B3B15BB8}" destId="{F9F3EE14-7EC6-4A76-A193-BE247D6B097C}" srcOrd="2" destOrd="0" presId="urn:microsoft.com/office/officeart/2018/2/layout/IconVerticalSolidList"/>
    <dgm:cxn modelId="{2B690B9B-D7D2-4A52-90AC-A104471BAD03}" type="presParOf" srcId="{E61A8DBB-0F04-4606-9684-0118B3B15BB8}" destId="{F92E7412-6A22-4C84-8CEE-883AE7FFF18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D00A492-A3AF-4B5C-8E1B-CC496CDD75C8}" type="doc">
      <dgm:prSet loTypeId="urn:microsoft.com/office/officeart/2005/8/layout/hChevron3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82873D0-BCE5-4C8F-84A6-386CD9410355}">
      <dgm:prSet/>
      <dgm:spPr/>
      <dgm:t>
        <a:bodyPr/>
        <a:lstStyle/>
        <a:p>
          <a:r>
            <a:rPr lang="en-US" b="1" dirty="0"/>
            <a:t>CSS </a:t>
          </a:r>
          <a:r>
            <a:rPr lang="en-US" dirty="0"/>
            <a:t>controls the </a:t>
          </a:r>
          <a:r>
            <a:rPr lang="en-US" i="1" dirty="0"/>
            <a:t>presentation</a:t>
          </a:r>
          <a:r>
            <a:rPr lang="en-US" dirty="0"/>
            <a:t>, </a:t>
          </a:r>
          <a:r>
            <a:rPr lang="en-US" i="1" dirty="0"/>
            <a:t>look</a:t>
          </a:r>
          <a:r>
            <a:rPr lang="en-US" dirty="0"/>
            <a:t>, and </a:t>
          </a:r>
          <a:r>
            <a:rPr lang="en-US" i="1" dirty="0"/>
            <a:t>layout</a:t>
          </a:r>
          <a:r>
            <a:rPr lang="en-US" dirty="0"/>
            <a:t> of the HTML elements.</a:t>
          </a:r>
        </a:p>
      </dgm:t>
    </dgm:pt>
    <dgm:pt modelId="{B661AA92-0F34-43D0-AF8E-EA1873F9CBDF}" type="parTrans" cxnId="{FBC3542C-5BB9-41EB-93C3-C5041AC6CA00}">
      <dgm:prSet/>
      <dgm:spPr/>
      <dgm:t>
        <a:bodyPr/>
        <a:lstStyle/>
        <a:p>
          <a:endParaRPr lang="en-US"/>
        </a:p>
      </dgm:t>
    </dgm:pt>
    <dgm:pt modelId="{A36F1C35-CE31-454F-9DD5-5CA97B253558}" type="sibTrans" cxnId="{FBC3542C-5BB9-41EB-93C3-C5041AC6CA00}">
      <dgm:prSet/>
      <dgm:spPr/>
      <dgm:t>
        <a:bodyPr/>
        <a:lstStyle/>
        <a:p>
          <a:endParaRPr lang="en-US"/>
        </a:p>
      </dgm:t>
    </dgm:pt>
    <dgm:pt modelId="{13033343-0A9D-4AEE-A0CA-A5D086B115D0}">
      <dgm:prSet/>
      <dgm:spPr/>
      <dgm:t>
        <a:bodyPr/>
        <a:lstStyle/>
        <a:p>
          <a:r>
            <a:rPr lang="en-US" b="1" dirty="0"/>
            <a:t>Visual Styling: </a:t>
          </a:r>
          <a:endParaRPr lang="en-US" dirty="0"/>
        </a:p>
      </dgm:t>
    </dgm:pt>
    <dgm:pt modelId="{C748B245-C9A6-4F05-B6BA-C8D582594A67}" type="parTrans" cxnId="{5281791E-DA20-480E-99DC-91CA8418FBB1}">
      <dgm:prSet/>
      <dgm:spPr/>
      <dgm:t>
        <a:bodyPr/>
        <a:lstStyle/>
        <a:p>
          <a:endParaRPr lang="en-US"/>
        </a:p>
      </dgm:t>
    </dgm:pt>
    <dgm:pt modelId="{3CB874A0-664E-4919-8080-A12465298C4B}" type="sibTrans" cxnId="{5281791E-DA20-480E-99DC-91CA8418FBB1}">
      <dgm:prSet/>
      <dgm:spPr/>
      <dgm:t>
        <a:bodyPr/>
        <a:lstStyle/>
        <a:p>
          <a:endParaRPr lang="en-US"/>
        </a:p>
      </dgm:t>
    </dgm:pt>
    <dgm:pt modelId="{7C843CA5-F322-4403-A6D8-87A883FDAFE2}">
      <dgm:prSet/>
      <dgm:spPr/>
      <dgm:t>
        <a:bodyPr/>
        <a:lstStyle/>
        <a:p>
          <a:r>
            <a:rPr lang="en-US" b="1"/>
            <a:t>Colors:</a:t>
          </a:r>
          <a:r>
            <a:rPr lang="en-US"/>
            <a:t> Defining background colors, text colors, and link styles.</a:t>
          </a:r>
        </a:p>
      </dgm:t>
    </dgm:pt>
    <dgm:pt modelId="{9BF5D8FF-0EA3-47F0-A1B0-BF791646351F}" type="parTrans" cxnId="{5243769E-128A-4109-9CFE-6262940ECAA2}">
      <dgm:prSet/>
      <dgm:spPr/>
      <dgm:t>
        <a:bodyPr/>
        <a:lstStyle/>
        <a:p>
          <a:endParaRPr lang="en-US"/>
        </a:p>
      </dgm:t>
    </dgm:pt>
    <dgm:pt modelId="{96A22BF5-93BB-4033-A71E-6B6A6557B27B}" type="sibTrans" cxnId="{5243769E-128A-4109-9CFE-6262940ECAA2}">
      <dgm:prSet/>
      <dgm:spPr/>
      <dgm:t>
        <a:bodyPr/>
        <a:lstStyle/>
        <a:p>
          <a:endParaRPr lang="en-US"/>
        </a:p>
      </dgm:t>
    </dgm:pt>
    <dgm:pt modelId="{418F9E38-09F7-49F8-93A1-0DDF5D6E685F}">
      <dgm:prSet/>
      <dgm:spPr/>
      <dgm:t>
        <a:bodyPr/>
        <a:lstStyle/>
        <a:p>
          <a:r>
            <a:rPr lang="en-US" b="1" dirty="0"/>
            <a:t>Typography:</a:t>
          </a:r>
          <a:r>
            <a:rPr lang="en-US" dirty="0"/>
            <a:t> Setting fonts, sizes, and line heights for readability.</a:t>
          </a:r>
        </a:p>
      </dgm:t>
    </dgm:pt>
    <dgm:pt modelId="{E778A5D2-9390-4ACA-B0E0-DFB4536FA955}" type="parTrans" cxnId="{3EAE4008-77F7-4215-B0BE-D6D2B840CD57}">
      <dgm:prSet/>
      <dgm:spPr/>
      <dgm:t>
        <a:bodyPr/>
        <a:lstStyle/>
        <a:p>
          <a:endParaRPr lang="en-US"/>
        </a:p>
      </dgm:t>
    </dgm:pt>
    <dgm:pt modelId="{202133AA-5842-4535-8A9A-44ABA831FE46}" type="sibTrans" cxnId="{3EAE4008-77F7-4215-B0BE-D6D2B840CD57}">
      <dgm:prSet/>
      <dgm:spPr/>
      <dgm:t>
        <a:bodyPr/>
        <a:lstStyle/>
        <a:p>
          <a:endParaRPr lang="en-US"/>
        </a:p>
      </dgm:t>
    </dgm:pt>
    <dgm:pt modelId="{DA20424B-698D-480A-B24C-2D5738A9D0BE}">
      <dgm:prSet/>
      <dgm:spPr/>
      <dgm:t>
        <a:bodyPr/>
        <a:lstStyle/>
        <a:p>
          <a:r>
            <a:rPr lang="en-US" b="1" dirty="0"/>
            <a:t>Spacing:</a:t>
          </a:r>
          <a:r>
            <a:rPr lang="en-US" dirty="0"/>
            <a:t> Managing margins and padding to create visual breathing room.</a:t>
          </a:r>
        </a:p>
      </dgm:t>
    </dgm:pt>
    <dgm:pt modelId="{69EFD5BC-5265-4351-A756-32C04DAA13D4}" type="parTrans" cxnId="{A6A29BB5-3777-4DBF-B33F-F80640FAA355}">
      <dgm:prSet/>
      <dgm:spPr/>
      <dgm:t>
        <a:bodyPr/>
        <a:lstStyle/>
        <a:p>
          <a:endParaRPr lang="en-US"/>
        </a:p>
      </dgm:t>
    </dgm:pt>
    <dgm:pt modelId="{876388BA-2A46-4337-BA9A-C6786B0017D8}" type="sibTrans" cxnId="{A6A29BB5-3777-4DBF-B33F-F80640FAA355}">
      <dgm:prSet/>
      <dgm:spPr/>
      <dgm:t>
        <a:bodyPr/>
        <a:lstStyle/>
        <a:p>
          <a:endParaRPr lang="en-US"/>
        </a:p>
      </dgm:t>
    </dgm:pt>
    <dgm:pt modelId="{1231F7F7-A01E-497A-A63C-6EEDE2CC67E7}">
      <dgm:prSet/>
      <dgm:spPr/>
      <dgm:t>
        <a:bodyPr/>
        <a:lstStyle/>
        <a:p>
          <a:r>
            <a:rPr lang="en-US" b="1"/>
            <a:t>Layout:</a:t>
          </a:r>
          <a:r>
            <a:rPr lang="en-US"/>
            <a:t> Arranging elements on the page (e.g., side-by-side game previews, centering text).</a:t>
          </a:r>
        </a:p>
      </dgm:t>
    </dgm:pt>
    <dgm:pt modelId="{A2775D74-DE02-4B61-BFD2-0DDA6B3961B5}" type="parTrans" cxnId="{FE33C6D3-09EB-46E1-824F-6A6FC0579E95}">
      <dgm:prSet/>
      <dgm:spPr/>
      <dgm:t>
        <a:bodyPr/>
        <a:lstStyle/>
        <a:p>
          <a:endParaRPr lang="en-US"/>
        </a:p>
      </dgm:t>
    </dgm:pt>
    <dgm:pt modelId="{81573431-D425-4D21-A3D9-43263A8170D7}" type="sibTrans" cxnId="{FE33C6D3-09EB-46E1-824F-6A6FC0579E95}">
      <dgm:prSet/>
      <dgm:spPr/>
      <dgm:t>
        <a:bodyPr/>
        <a:lstStyle/>
        <a:p>
          <a:endParaRPr lang="en-US"/>
        </a:p>
      </dgm:t>
    </dgm:pt>
    <dgm:pt modelId="{507C9F2A-D88E-4025-A57F-1EAA9A821E89}" type="pres">
      <dgm:prSet presAssocID="{BD00A492-A3AF-4B5C-8E1B-CC496CDD75C8}" presName="Name0" presStyleCnt="0">
        <dgm:presLayoutVars>
          <dgm:dir/>
          <dgm:resizeHandles val="exact"/>
        </dgm:presLayoutVars>
      </dgm:prSet>
      <dgm:spPr/>
    </dgm:pt>
    <dgm:pt modelId="{84A831AE-646E-40E0-BFD7-7A16DB1E40CB}" type="pres">
      <dgm:prSet presAssocID="{A82873D0-BCE5-4C8F-84A6-386CD9410355}" presName="parAndChTx" presStyleLbl="node1" presStyleIdx="0" presStyleCnt="3">
        <dgm:presLayoutVars>
          <dgm:bulletEnabled val="1"/>
        </dgm:presLayoutVars>
      </dgm:prSet>
      <dgm:spPr/>
    </dgm:pt>
    <dgm:pt modelId="{4FA259AF-7B62-4A74-8A34-15416C777276}" type="pres">
      <dgm:prSet presAssocID="{A36F1C35-CE31-454F-9DD5-5CA97B253558}" presName="parAndChSpace" presStyleCnt="0"/>
      <dgm:spPr/>
    </dgm:pt>
    <dgm:pt modelId="{442B3CD1-379C-4495-AEF7-02DB3698EC12}" type="pres">
      <dgm:prSet presAssocID="{13033343-0A9D-4AEE-A0CA-A5D086B115D0}" presName="parAndChTx" presStyleLbl="node1" presStyleIdx="1" presStyleCnt="3" custScaleX="180559">
        <dgm:presLayoutVars>
          <dgm:bulletEnabled val="1"/>
        </dgm:presLayoutVars>
      </dgm:prSet>
      <dgm:spPr/>
    </dgm:pt>
    <dgm:pt modelId="{37D8786E-DCE2-485A-9361-304CDF1612AB}" type="pres">
      <dgm:prSet presAssocID="{3CB874A0-664E-4919-8080-A12465298C4B}" presName="parAndChSpace" presStyleCnt="0"/>
      <dgm:spPr/>
    </dgm:pt>
    <dgm:pt modelId="{15331C98-1F2D-4E6B-8FDD-4E3245A4B33C}" type="pres">
      <dgm:prSet presAssocID="{1231F7F7-A01E-497A-A63C-6EEDE2CC67E7}" presName="parAndChTx" presStyleLbl="node1" presStyleIdx="2" presStyleCnt="3">
        <dgm:presLayoutVars>
          <dgm:bulletEnabled val="1"/>
        </dgm:presLayoutVars>
      </dgm:prSet>
      <dgm:spPr/>
    </dgm:pt>
  </dgm:ptLst>
  <dgm:cxnLst>
    <dgm:cxn modelId="{3EAE4008-77F7-4215-B0BE-D6D2B840CD57}" srcId="{13033343-0A9D-4AEE-A0CA-A5D086B115D0}" destId="{418F9E38-09F7-49F8-93A1-0DDF5D6E685F}" srcOrd="1" destOrd="0" parTransId="{E778A5D2-9390-4ACA-B0E0-DFB4536FA955}" sibTransId="{202133AA-5842-4535-8A9A-44ABA831FE46}"/>
    <dgm:cxn modelId="{5281791E-DA20-480E-99DC-91CA8418FBB1}" srcId="{BD00A492-A3AF-4B5C-8E1B-CC496CDD75C8}" destId="{13033343-0A9D-4AEE-A0CA-A5D086B115D0}" srcOrd="1" destOrd="0" parTransId="{C748B245-C9A6-4F05-B6BA-C8D582594A67}" sibTransId="{3CB874A0-664E-4919-8080-A12465298C4B}"/>
    <dgm:cxn modelId="{FBC3542C-5BB9-41EB-93C3-C5041AC6CA00}" srcId="{BD00A492-A3AF-4B5C-8E1B-CC496CDD75C8}" destId="{A82873D0-BCE5-4C8F-84A6-386CD9410355}" srcOrd="0" destOrd="0" parTransId="{B661AA92-0F34-43D0-AF8E-EA1873F9CBDF}" sibTransId="{A36F1C35-CE31-454F-9DD5-5CA97B253558}"/>
    <dgm:cxn modelId="{AC787461-2FFD-4B04-AB66-DA6F07FCA311}" type="presOf" srcId="{DA20424B-698D-480A-B24C-2D5738A9D0BE}" destId="{442B3CD1-379C-4495-AEF7-02DB3698EC12}" srcOrd="0" destOrd="3" presId="urn:microsoft.com/office/officeart/2005/8/layout/hChevron3"/>
    <dgm:cxn modelId="{4043324C-4B92-4C09-A126-6FF49EB6D82A}" type="presOf" srcId="{1231F7F7-A01E-497A-A63C-6EEDE2CC67E7}" destId="{15331C98-1F2D-4E6B-8FDD-4E3245A4B33C}" srcOrd="0" destOrd="0" presId="urn:microsoft.com/office/officeart/2005/8/layout/hChevron3"/>
    <dgm:cxn modelId="{27D1D64C-7FBF-467A-BF01-EEB64BDC7EB6}" type="presOf" srcId="{BD00A492-A3AF-4B5C-8E1B-CC496CDD75C8}" destId="{507C9F2A-D88E-4025-A57F-1EAA9A821E89}" srcOrd="0" destOrd="0" presId="urn:microsoft.com/office/officeart/2005/8/layout/hChevron3"/>
    <dgm:cxn modelId="{D9088D84-98B1-4437-8225-96F626E1210B}" type="presOf" srcId="{7C843CA5-F322-4403-A6D8-87A883FDAFE2}" destId="{442B3CD1-379C-4495-AEF7-02DB3698EC12}" srcOrd="0" destOrd="1" presId="urn:microsoft.com/office/officeart/2005/8/layout/hChevron3"/>
    <dgm:cxn modelId="{5243769E-128A-4109-9CFE-6262940ECAA2}" srcId="{13033343-0A9D-4AEE-A0CA-A5D086B115D0}" destId="{7C843CA5-F322-4403-A6D8-87A883FDAFE2}" srcOrd="0" destOrd="0" parTransId="{9BF5D8FF-0EA3-47F0-A1B0-BF791646351F}" sibTransId="{96A22BF5-93BB-4033-A71E-6B6A6557B27B}"/>
    <dgm:cxn modelId="{A6A29BB5-3777-4DBF-B33F-F80640FAA355}" srcId="{13033343-0A9D-4AEE-A0CA-A5D086B115D0}" destId="{DA20424B-698D-480A-B24C-2D5738A9D0BE}" srcOrd="2" destOrd="0" parTransId="{69EFD5BC-5265-4351-A756-32C04DAA13D4}" sibTransId="{876388BA-2A46-4337-BA9A-C6786B0017D8}"/>
    <dgm:cxn modelId="{FE33C6D3-09EB-46E1-824F-6A6FC0579E95}" srcId="{BD00A492-A3AF-4B5C-8E1B-CC496CDD75C8}" destId="{1231F7F7-A01E-497A-A63C-6EEDE2CC67E7}" srcOrd="2" destOrd="0" parTransId="{A2775D74-DE02-4B61-BFD2-0DDA6B3961B5}" sibTransId="{81573431-D425-4D21-A3D9-43263A8170D7}"/>
    <dgm:cxn modelId="{53E500DA-AAA7-42E1-8D76-EB72C9559F2F}" type="presOf" srcId="{13033343-0A9D-4AEE-A0CA-A5D086B115D0}" destId="{442B3CD1-379C-4495-AEF7-02DB3698EC12}" srcOrd="0" destOrd="0" presId="urn:microsoft.com/office/officeart/2005/8/layout/hChevron3"/>
    <dgm:cxn modelId="{DD7FEFEA-6D4B-48CC-9898-CCBC367BE973}" type="presOf" srcId="{418F9E38-09F7-49F8-93A1-0DDF5D6E685F}" destId="{442B3CD1-379C-4495-AEF7-02DB3698EC12}" srcOrd="0" destOrd="2" presId="urn:microsoft.com/office/officeart/2005/8/layout/hChevron3"/>
    <dgm:cxn modelId="{B00A2AF3-3F1A-4F47-ACF8-2E418C377865}" type="presOf" srcId="{A82873D0-BCE5-4C8F-84A6-386CD9410355}" destId="{84A831AE-646E-40E0-BFD7-7A16DB1E40CB}" srcOrd="0" destOrd="0" presId="urn:microsoft.com/office/officeart/2005/8/layout/hChevron3"/>
    <dgm:cxn modelId="{0778BFFC-21A9-4F1E-A8E1-E3CD900D023E}" type="presParOf" srcId="{507C9F2A-D88E-4025-A57F-1EAA9A821E89}" destId="{84A831AE-646E-40E0-BFD7-7A16DB1E40CB}" srcOrd="0" destOrd="0" presId="urn:microsoft.com/office/officeart/2005/8/layout/hChevron3"/>
    <dgm:cxn modelId="{F814BBA0-2AA4-45A7-9A15-E00EA48FEF78}" type="presParOf" srcId="{507C9F2A-D88E-4025-A57F-1EAA9A821E89}" destId="{4FA259AF-7B62-4A74-8A34-15416C777276}" srcOrd="1" destOrd="0" presId="urn:microsoft.com/office/officeart/2005/8/layout/hChevron3"/>
    <dgm:cxn modelId="{2285B4A9-ED62-40BB-B58C-BA1A589D1E35}" type="presParOf" srcId="{507C9F2A-D88E-4025-A57F-1EAA9A821E89}" destId="{442B3CD1-379C-4495-AEF7-02DB3698EC12}" srcOrd="2" destOrd="0" presId="urn:microsoft.com/office/officeart/2005/8/layout/hChevron3"/>
    <dgm:cxn modelId="{A883CCF0-E600-4545-A461-E2D1BECC1E9D}" type="presParOf" srcId="{507C9F2A-D88E-4025-A57F-1EAA9A821E89}" destId="{37D8786E-DCE2-485A-9361-304CDF1612AB}" srcOrd="3" destOrd="0" presId="urn:microsoft.com/office/officeart/2005/8/layout/hChevron3"/>
    <dgm:cxn modelId="{D576F3D0-6B7C-46B0-BEC0-1E2ADC83902C}" type="presParOf" srcId="{507C9F2A-D88E-4025-A57F-1EAA9A821E89}" destId="{15331C98-1F2D-4E6B-8FDD-4E3245A4B33C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4004868-FC80-402D-B2ED-F3C6DD90DC05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314A793-90EC-4CDD-8BD0-C7B1C7F3FF37}">
      <dgm:prSet/>
      <dgm:spPr/>
      <dgm:t>
        <a:bodyPr/>
        <a:lstStyle/>
        <a:p>
          <a:r>
            <a:rPr lang="en-US" b="1"/>
            <a:t>Add Interactivity with JavaScript: </a:t>
          </a:r>
          <a:endParaRPr lang="en-US"/>
        </a:p>
      </dgm:t>
    </dgm:pt>
    <dgm:pt modelId="{F8ABCCF6-9EA5-4761-9C1D-E25B16411D91}" type="parTrans" cxnId="{7194EDB9-AF1E-4C34-86C3-71C530E0E551}">
      <dgm:prSet/>
      <dgm:spPr/>
      <dgm:t>
        <a:bodyPr/>
        <a:lstStyle/>
        <a:p>
          <a:endParaRPr lang="en-US"/>
        </a:p>
      </dgm:t>
    </dgm:pt>
    <dgm:pt modelId="{B90D1017-D528-45B1-9701-7C83392B2E29}" type="sibTrans" cxnId="{7194EDB9-AF1E-4C34-86C3-71C530E0E551}">
      <dgm:prSet/>
      <dgm:spPr/>
      <dgm:t>
        <a:bodyPr/>
        <a:lstStyle/>
        <a:p>
          <a:endParaRPr lang="en-US"/>
        </a:p>
      </dgm:t>
    </dgm:pt>
    <dgm:pt modelId="{65FCE765-EE42-490E-88E3-8651E9F3FCAB}">
      <dgm:prSet/>
      <dgm:spPr/>
      <dgm:t>
        <a:bodyPr/>
        <a:lstStyle/>
        <a:p>
          <a:r>
            <a:rPr lang="en-US" b="1"/>
            <a:t>Dynamic Menus:</a:t>
          </a:r>
          <a:r>
            <a:rPr lang="en-US"/>
            <a:t> Smooth dropdowns for categories.</a:t>
          </a:r>
        </a:p>
      </dgm:t>
    </dgm:pt>
    <dgm:pt modelId="{5FAA68C7-4622-4043-BEF4-A490E4C4D77D}" type="parTrans" cxnId="{FB074410-ABD7-4838-A33A-A6CB4241B0A2}">
      <dgm:prSet/>
      <dgm:spPr/>
      <dgm:t>
        <a:bodyPr/>
        <a:lstStyle/>
        <a:p>
          <a:endParaRPr lang="en-US"/>
        </a:p>
      </dgm:t>
    </dgm:pt>
    <dgm:pt modelId="{1F336507-9AEF-44C2-909E-FBFCEB24CCD8}" type="sibTrans" cxnId="{FB074410-ABD7-4838-A33A-A6CB4241B0A2}">
      <dgm:prSet/>
      <dgm:spPr/>
      <dgm:t>
        <a:bodyPr/>
        <a:lstStyle/>
        <a:p>
          <a:endParaRPr lang="en-US"/>
        </a:p>
      </dgm:t>
    </dgm:pt>
    <dgm:pt modelId="{F071503E-9615-4E15-8D9D-3B6180C2A89B}">
      <dgm:prSet/>
      <dgm:spPr/>
      <dgm:t>
        <a:bodyPr/>
        <a:lstStyle/>
        <a:p>
          <a:r>
            <a:rPr lang="en-US" b="1" dirty="0"/>
            <a:t>Game Galleries:</a:t>
          </a:r>
          <a:r>
            <a:rPr lang="en-US" dirty="0"/>
            <a:t> Image carousels or lightboxes for game screenshots.</a:t>
          </a:r>
        </a:p>
      </dgm:t>
    </dgm:pt>
    <dgm:pt modelId="{51E4F6E5-1615-4255-ACF6-2876DB725725}" type="parTrans" cxnId="{96A84484-EFD5-460A-A04A-3C2023471676}">
      <dgm:prSet/>
      <dgm:spPr/>
      <dgm:t>
        <a:bodyPr/>
        <a:lstStyle/>
        <a:p>
          <a:endParaRPr lang="en-US"/>
        </a:p>
      </dgm:t>
    </dgm:pt>
    <dgm:pt modelId="{D6C6CECB-4B12-4E93-818D-F96A7703E4D2}" type="sibTrans" cxnId="{96A84484-EFD5-460A-A04A-3C2023471676}">
      <dgm:prSet/>
      <dgm:spPr/>
      <dgm:t>
        <a:bodyPr/>
        <a:lstStyle/>
        <a:p>
          <a:endParaRPr lang="en-US"/>
        </a:p>
      </dgm:t>
    </dgm:pt>
    <dgm:pt modelId="{4732845C-F0C6-4614-9BCA-4175B3BDAB9D}">
      <dgm:prSet/>
      <dgm:spPr/>
      <dgm:t>
        <a:bodyPr/>
        <a:lstStyle/>
        <a:p>
          <a:r>
            <a:rPr lang="en-US" b="1"/>
            <a:t>Interactive Features:</a:t>
          </a:r>
          <a:r>
            <a:rPr lang="en-US"/>
            <a:t> User ratings, comment sections, or simple game demos.</a:t>
          </a:r>
        </a:p>
      </dgm:t>
    </dgm:pt>
    <dgm:pt modelId="{778A753D-A1A0-4351-BCFA-253408B55BE4}" type="parTrans" cxnId="{BE9C9B99-D796-45B1-99E0-264F7B0FFF5E}">
      <dgm:prSet/>
      <dgm:spPr/>
      <dgm:t>
        <a:bodyPr/>
        <a:lstStyle/>
        <a:p>
          <a:endParaRPr lang="en-US"/>
        </a:p>
      </dgm:t>
    </dgm:pt>
    <dgm:pt modelId="{E6B1C1A6-9495-4275-B074-459246AB4976}" type="sibTrans" cxnId="{BE9C9B99-D796-45B1-99E0-264F7B0FFF5E}">
      <dgm:prSet/>
      <dgm:spPr/>
      <dgm:t>
        <a:bodyPr/>
        <a:lstStyle/>
        <a:p>
          <a:endParaRPr lang="en-US"/>
        </a:p>
      </dgm:t>
    </dgm:pt>
    <dgm:pt modelId="{26EAD526-179B-49F6-BA63-C16168B6D624}">
      <dgm:prSet/>
      <dgm:spPr/>
      <dgm:t>
        <a:bodyPr/>
        <a:lstStyle/>
        <a:p>
          <a:r>
            <a:rPr lang="en-US" b="1"/>
            <a:t>Search Functionality:</a:t>
          </a:r>
          <a:r>
            <a:rPr lang="en-US"/>
            <a:t> Allow users to search for games by name or keyword.</a:t>
          </a:r>
        </a:p>
      </dgm:t>
    </dgm:pt>
    <dgm:pt modelId="{5E1F8A4A-B0AA-4724-82FE-FF7FF97EF940}" type="parTrans" cxnId="{0DAFDD54-437A-4E69-9B5E-770A691DF35E}">
      <dgm:prSet/>
      <dgm:spPr/>
      <dgm:t>
        <a:bodyPr/>
        <a:lstStyle/>
        <a:p>
          <a:endParaRPr lang="en-US"/>
        </a:p>
      </dgm:t>
    </dgm:pt>
    <dgm:pt modelId="{CFE58C5E-D074-458E-874B-C8F1E4AC4EB7}" type="sibTrans" cxnId="{0DAFDD54-437A-4E69-9B5E-770A691DF35E}">
      <dgm:prSet/>
      <dgm:spPr/>
      <dgm:t>
        <a:bodyPr/>
        <a:lstStyle/>
        <a:p>
          <a:endParaRPr lang="en-US"/>
        </a:p>
      </dgm:t>
    </dgm:pt>
    <dgm:pt modelId="{56A53684-7D37-4C0E-B815-4B23AA19F84D}">
      <dgm:prSet/>
      <dgm:spPr/>
      <dgm:t>
        <a:bodyPr/>
        <a:lstStyle/>
        <a:p>
          <a:r>
            <a:rPr lang="en-US" b="1"/>
            <a:t>Enhanced Design &amp; UX: </a:t>
          </a:r>
          <a:endParaRPr lang="en-US"/>
        </a:p>
      </dgm:t>
    </dgm:pt>
    <dgm:pt modelId="{8669DA43-A36C-44A6-AB97-5FCF51F1B97E}" type="parTrans" cxnId="{49F2D519-5B3A-49DF-A97D-EC4B0B8BCAC2}">
      <dgm:prSet/>
      <dgm:spPr/>
      <dgm:t>
        <a:bodyPr/>
        <a:lstStyle/>
        <a:p>
          <a:endParaRPr lang="en-US"/>
        </a:p>
      </dgm:t>
    </dgm:pt>
    <dgm:pt modelId="{2CE89AC0-8473-45F4-BF9C-FA0D7457F0FE}" type="sibTrans" cxnId="{49F2D519-5B3A-49DF-A97D-EC4B0B8BCAC2}">
      <dgm:prSet/>
      <dgm:spPr/>
      <dgm:t>
        <a:bodyPr/>
        <a:lstStyle/>
        <a:p>
          <a:endParaRPr lang="en-US"/>
        </a:p>
      </dgm:t>
    </dgm:pt>
    <dgm:pt modelId="{6A17B26B-75E5-422B-911E-72D7BD79AB63}">
      <dgm:prSet/>
      <dgm:spPr/>
      <dgm:t>
        <a:bodyPr/>
        <a:lstStyle/>
        <a:p>
          <a:r>
            <a:rPr lang="en-US" b="1" dirty="0"/>
            <a:t>Animations:</a:t>
          </a:r>
          <a:r>
            <a:rPr lang="en-US" dirty="0"/>
            <a:t> Subtle hover effects, page transitions.</a:t>
          </a:r>
        </a:p>
      </dgm:t>
    </dgm:pt>
    <dgm:pt modelId="{733AFAED-A872-46A2-97E9-4D0F18E8813F}" type="parTrans" cxnId="{89987B31-F6D1-4693-BED4-1E5041C53E1D}">
      <dgm:prSet/>
      <dgm:spPr/>
      <dgm:t>
        <a:bodyPr/>
        <a:lstStyle/>
        <a:p>
          <a:endParaRPr lang="en-US"/>
        </a:p>
      </dgm:t>
    </dgm:pt>
    <dgm:pt modelId="{8E88AD73-E612-4850-AD85-B107ADA6EE92}" type="sibTrans" cxnId="{89987B31-F6D1-4693-BED4-1E5041C53E1D}">
      <dgm:prSet/>
      <dgm:spPr/>
      <dgm:t>
        <a:bodyPr/>
        <a:lstStyle/>
        <a:p>
          <a:endParaRPr lang="en-US"/>
        </a:p>
      </dgm:t>
    </dgm:pt>
    <dgm:pt modelId="{D52DAD5E-0ABB-4C25-8482-FB2D7132422E}">
      <dgm:prSet/>
      <dgm:spPr/>
      <dgm:t>
        <a:bodyPr/>
        <a:lstStyle/>
        <a:p>
          <a:r>
            <a:rPr lang="en-US" b="1"/>
            <a:t>Backend Integration: </a:t>
          </a:r>
          <a:endParaRPr lang="en-US"/>
        </a:p>
      </dgm:t>
    </dgm:pt>
    <dgm:pt modelId="{91B4D512-8FB2-4E4B-8166-9CAC7223BCC6}" type="parTrans" cxnId="{C21718CE-EDF1-4684-862E-53B12D85CABC}">
      <dgm:prSet/>
      <dgm:spPr/>
      <dgm:t>
        <a:bodyPr/>
        <a:lstStyle/>
        <a:p>
          <a:endParaRPr lang="en-US"/>
        </a:p>
      </dgm:t>
    </dgm:pt>
    <dgm:pt modelId="{C07B6B3B-776B-471F-9F60-BD56D01866AB}" type="sibTrans" cxnId="{C21718CE-EDF1-4684-862E-53B12D85CABC}">
      <dgm:prSet/>
      <dgm:spPr/>
      <dgm:t>
        <a:bodyPr/>
        <a:lstStyle/>
        <a:p>
          <a:endParaRPr lang="en-US"/>
        </a:p>
      </dgm:t>
    </dgm:pt>
    <dgm:pt modelId="{4C429303-755D-49BC-B95F-20D3ED74C2FE}">
      <dgm:prSet/>
      <dgm:spPr/>
      <dgm:t>
        <a:bodyPr/>
        <a:lstStyle/>
        <a:p>
          <a:r>
            <a:rPr lang="en-US" b="1"/>
            <a:t>Contact Form:</a:t>
          </a:r>
          <a:r>
            <a:rPr lang="en-US"/>
            <a:t> Allow users to send messages directly.</a:t>
          </a:r>
        </a:p>
      </dgm:t>
    </dgm:pt>
    <dgm:pt modelId="{0CE424FB-0119-4910-84BF-DDA64F019DE5}" type="parTrans" cxnId="{8CD1E4B0-F587-4140-B3FE-E504B6F7F6FA}">
      <dgm:prSet/>
      <dgm:spPr/>
      <dgm:t>
        <a:bodyPr/>
        <a:lstStyle/>
        <a:p>
          <a:endParaRPr lang="en-US"/>
        </a:p>
      </dgm:t>
    </dgm:pt>
    <dgm:pt modelId="{3E25D0A4-408B-4CB4-BD85-E9ADC28B24D5}" type="sibTrans" cxnId="{8CD1E4B0-F587-4140-B3FE-E504B6F7F6FA}">
      <dgm:prSet/>
      <dgm:spPr/>
      <dgm:t>
        <a:bodyPr/>
        <a:lstStyle/>
        <a:p>
          <a:endParaRPr lang="en-US"/>
        </a:p>
      </dgm:t>
    </dgm:pt>
    <dgm:pt modelId="{12F73E0B-073B-4583-9A9E-A889A7AF32CB}">
      <dgm:prSet/>
      <dgm:spPr/>
      <dgm:t>
        <a:bodyPr/>
        <a:lstStyle/>
        <a:p>
          <a:r>
            <a:rPr lang="en-US" b="1"/>
            <a:t>Content Management:</a:t>
          </a:r>
          <a:r>
            <a:rPr lang="en-US"/>
            <a:t> A system to easily add new game reviews or news.</a:t>
          </a:r>
        </a:p>
      </dgm:t>
    </dgm:pt>
    <dgm:pt modelId="{05C58DC6-B8E9-4CCD-8322-27195131C533}" type="parTrans" cxnId="{6F394FFE-0424-4BE1-8B8D-A7E4F24D858A}">
      <dgm:prSet/>
      <dgm:spPr/>
      <dgm:t>
        <a:bodyPr/>
        <a:lstStyle/>
        <a:p>
          <a:endParaRPr lang="en-US"/>
        </a:p>
      </dgm:t>
    </dgm:pt>
    <dgm:pt modelId="{07CD2079-4857-46BB-B457-7E04052CA518}" type="sibTrans" cxnId="{6F394FFE-0424-4BE1-8B8D-A7E4F24D858A}">
      <dgm:prSet/>
      <dgm:spPr/>
      <dgm:t>
        <a:bodyPr/>
        <a:lstStyle/>
        <a:p>
          <a:endParaRPr lang="en-US"/>
        </a:p>
      </dgm:t>
    </dgm:pt>
    <dgm:pt modelId="{A61BD462-57D9-4DAF-A71D-68BD3EE67653}" type="pres">
      <dgm:prSet presAssocID="{D4004868-FC80-402D-B2ED-F3C6DD90DC05}" presName="linear" presStyleCnt="0">
        <dgm:presLayoutVars>
          <dgm:dir/>
          <dgm:animLvl val="lvl"/>
          <dgm:resizeHandles val="exact"/>
        </dgm:presLayoutVars>
      </dgm:prSet>
      <dgm:spPr/>
    </dgm:pt>
    <dgm:pt modelId="{8160F7D5-F135-4909-B84A-D36ABFCA9FC1}" type="pres">
      <dgm:prSet presAssocID="{7314A793-90EC-4CDD-8BD0-C7B1C7F3FF37}" presName="parentLin" presStyleCnt="0"/>
      <dgm:spPr/>
    </dgm:pt>
    <dgm:pt modelId="{E835FB73-0682-4CCB-A48E-D9B6CC84BA8A}" type="pres">
      <dgm:prSet presAssocID="{7314A793-90EC-4CDD-8BD0-C7B1C7F3FF37}" presName="parentLeftMargin" presStyleLbl="node1" presStyleIdx="0" presStyleCnt="3"/>
      <dgm:spPr/>
    </dgm:pt>
    <dgm:pt modelId="{592F1845-B9F8-4B6B-9E72-F4E0B7727719}" type="pres">
      <dgm:prSet presAssocID="{7314A793-90EC-4CDD-8BD0-C7B1C7F3FF3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46211BB-C09F-4F69-9871-3390BC24045C}" type="pres">
      <dgm:prSet presAssocID="{7314A793-90EC-4CDD-8BD0-C7B1C7F3FF37}" presName="negativeSpace" presStyleCnt="0"/>
      <dgm:spPr/>
    </dgm:pt>
    <dgm:pt modelId="{5DF3BD25-CB1D-451C-8D0F-B4035E7F9869}" type="pres">
      <dgm:prSet presAssocID="{7314A793-90EC-4CDD-8BD0-C7B1C7F3FF37}" presName="childText" presStyleLbl="conFgAcc1" presStyleIdx="0" presStyleCnt="3">
        <dgm:presLayoutVars>
          <dgm:bulletEnabled val="1"/>
        </dgm:presLayoutVars>
      </dgm:prSet>
      <dgm:spPr/>
    </dgm:pt>
    <dgm:pt modelId="{3A86E10D-5464-40D7-B84C-23362DEBD97C}" type="pres">
      <dgm:prSet presAssocID="{B90D1017-D528-45B1-9701-7C83392B2E29}" presName="spaceBetweenRectangles" presStyleCnt="0"/>
      <dgm:spPr/>
    </dgm:pt>
    <dgm:pt modelId="{72987E22-8CF6-4448-9908-8CD76971D646}" type="pres">
      <dgm:prSet presAssocID="{56A53684-7D37-4C0E-B815-4B23AA19F84D}" presName="parentLin" presStyleCnt="0"/>
      <dgm:spPr/>
    </dgm:pt>
    <dgm:pt modelId="{8A5A81A3-41FF-476A-B985-39F85F735D6C}" type="pres">
      <dgm:prSet presAssocID="{56A53684-7D37-4C0E-B815-4B23AA19F84D}" presName="parentLeftMargin" presStyleLbl="node1" presStyleIdx="0" presStyleCnt="3"/>
      <dgm:spPr/>
    </dgm:pt>
    <dgm:pt modelId="{D0E526C3-4CF3-4A9C-A60F-9283BF5664A3}" type="pres">
      <dgm:prSet presAssocID="{56A53684-7D37-4C0E-B815-4B23AA19F84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2F9B082-FA36-4C0E-8C50-6BA5BFD2B15B}" type="pres">
      <dgm:prSet presAssocID="{56A53684-7D37-4C0E-B815-4B23AA19F84D}" presName="negativeSpace" presStyleCnt="0"/>
      <dgm:spPr/>
    </dgm:pt>
    <dgm:pt modelId="{29A8881E-DB05-43F2-A9B2-9E5DBD157A51}" type="pres">
      <dgm:prSet presAssocID="{56A53684-7D37-4C0E-B815-4B23AA19F84D}" presName="childText" presStyleLbl="conFgAcc1" presStyleIdx="1" presStyleCnt="3">
        <dgm:presLayoutVars>
          <dgm:bulletEnabled val="1"/>
        </dgm:presLayoutVars>
      </dgm:prSet>
      <dgm:spPr/>
    </dgm:pt>
    <dgm:pt modelId="{0E074013-67CA-4DCB-BEFF-100F1407C9F0}" type="pres">
      <dgm:prSet presAssocID="{2CE89AC0-8473-45F4-BF9C-FA0D7457F0FE}" presName="spaceBetweenRectangles" presStyleCnt="0"/>
      <dgm:spPr/>
    </dgm:pt>
    <dgm:pt modelId="{B74F9B22-D4AA-4099-9542-E81FBE396A24}" type="pres">
      <dgm:prSet presAssocID="{D52DAD5E-0ABB-4C25-8482-FB2D7132422E}" presName="parentLin" presStyleCnt="0"/>
      <dgm:spPr/>
    </dgm:pt>
    <dgm:pt modelId="{A5159076-1559-4DFC-9C1D-7DC808036B86}" type="pres">
      <dgm:prSet presAssocID="{D52DAD5E-0ABB-4C25-8482-FB2D7132422E}" presName="parentLeftMargin" presStyleLbl="node1" presStyleIdx="1" presStyleCnt="3"/>
      <dgm:spPr/>
    </dgm:pt>
    <dgm:pt modelId="{B7571B28-94E4-4C4D-82F5-1AD79DC1BA5F}" type="pres">
      <dgm:prSet presAssocID="{D52DAD5E-0ABB-4C25-8482-FB2D7132422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BE0DA55-F73D-4055-BCD9-4D81872560E4}" type="pres">
      <dgm:prSet presAssocID="{D52DAD5E-0ABB-4C25-8482-FB2D7132422E}" presName="negativeSpace" presStyleCnt="0"/>
      <dgm:spPr/>
    </dgm:pt>
    <dgm:pt modelId="{80F9CEE2-6BAD-49F4-8F36-50526A7FDE6A}" type="pres">
      <dgm:prSet presAssocID="{D52DAD5E-0ABB-4C25-8482-FB2D7132422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A9C5900-0E6B-4F72-A5BA-F28034C530AC}" type="presOf" srcId="{4732845C-F0C6-4614-9BCA-4175B3BDAB9D}" destId="{5DF3BD25-CB1D-451C-8D0F-B4035E7F9869}" srcOrd="0" destOrd="2" presId="urn:microsoft.com/office/officeart/2005/8/layout/list1"/>
    <dgm:cxn modelId="{74B06B07-A5CE-439D-A07B-0E7DE6B2028A}" type="presOf" srcId="{26EAD526-179B-49F6-BA63-C16168B6D624}" destId="{5DF3BD25-CB1D-451C-8D0F-B4035E7F9869}" srcOrd="0" destOrd="3" presId="urn:microsoft.com/office/officeart/2005/8/layout/list1"/>
    <dgm:cxn modelId="{FB074410-ABD7-4838-A33A-A6CB4241B0A2}" srcId="{7314A793-90EC-4CDD-8BD0-C7B1C7F3FF37}" destId="{65FCE765-EE42-490E-88E3-8651E9F3FCAB}" srcOrd="0" destOrd="0" parTransId="{5FAA68C7-4622-4043-BEF4-A490E4C4D77D}" sibTransId="{1F336507-9AEF-44C2-909E-FBFCEB24CCD8}"/>
    <dgm:cxn modelId="{937ED016-F0B3-4660-B304-FA4DC6D92217}" type="presOf" srcId="{D52DAD5E-0ABB-4C25-8482-FB2D7132422E}" destId="{A5159076-1559-4DFC-9C1D-7DC808036B86}" srcOrd="0" destOrd="0" presId="urn:microsoft.com/office/officeart/2005/8/layout/list1"/>
    <dgm:cxn modelId="{49F2D519-5B3A-49DF-A97D-EC4B0B8BCAC2}" srcId="{D4004868-FC80-402D-B2ED-F3C6DD90DC05}" destId="{56A53684-7D37-4C0E-B815-4B23AA19F84D}" srcOrd="1" destOrd="0" parTransId="{8669DA43-A36C-44A6-AB97-5FCF51F1B97E}" sibTransId="{2CE89AC0-8473-45F4-BF9C-FA0D7457F0FE}"/>
    <dgm:cxn modelId="{20793D1D-A45B-44C9-ACE0-DD6F949CDEE7}" type="presOf" srcId="{56A53684-7D37-4C0E-B815-4B23AA19F84D}" destId="{8A5A81A3-41FF-476A-B985-39F85F735D6C}" srcOrd="0" destOrd="0" presId="urn:microsoft.com/office/officeart/2005/8/layout/list1"/>
    <dgm:cxn modelId="{3A1A4F23-192C-44DA-AD86-3F6F1BF55B0A}" type="presOf" srcId="{F071503E-9615-4E15-8D9D-3B6180C2A89B}" destId="{5DF3BD25-CB1D-451C-8D0F-B4035E7F9869}" srcOrd="0" destOrd="1" presId="urn:microsoft.com/office/officeart/2005/8/layout/list1"/>
    <dgm:cxn modelId="{BB2C6028-1494-41B4-866A-E6BBA5DAB157}" type="presOf" srcId="{12F73E0B-073B-4583-9A9E-A889A7AF32CB}" destId="{80F9CEE2-6BAD-49F4-8F36-50526A7FDE6A}" srcOrd="0" destOrd="1" presId="urn:microsoft.com/office/officeart/2005/8/layout/list1"/>
    <dgm:cxn modelId="{89987B31-F6D1-4693-BED4-1E5041C53E1D}" srcId="{56A53684-7D37-4C0E-B815-4B23AA19F84D}" destId="{6A17B26B-75E5-422B-911E-72D7BD79AB63}" srcOrd="0" destOrd="0" parTransId="{733AFAED-A872-46A2-97E9-4D0F18E8813F}" sibTransId="{8E88AD73-E612-4850-AD85-B107ADA6EE92}"/>
    <dgm:cxn modelId="{84ECBE5D-C222-4551-A44C-8E050A531596}" type="presOf" srcId="{4C429303-755D-49BC-B95F-20D3ED74C2FE}" destId="{80F9CEE2-6BAD-49F4-8F36-50526A7FDE6A}" srcOrd="0" destOrd="0" presId="urn:microsoft.com/office/officeart/2005/8/layout/list1"/>
    <dgm:cxn modelId="{BC741F51-0BF5-481F-92A9-5E9CBEDCD6C3}" type="presOf" srcId="{D52DAD5E-0ABB-4C25-8482-FB2D7132422E}" destId="{B7571B28-94E4-4C4D-82F5-1AD79DC1BA5F}" srcOrd="1" destOrd="0" presId="urn:microsoft.com/office/officeart/2005/8/layout/list1"/>
    <dgm:cxn modelId="{0DAFDD54-437A-4E69-9B5E-770A691DF35E}" srcId="{7314A793-90EC-4CDD-8BD0-C7B1C7F3FF37}" destId="{26EAD526-179B-49F6-BA63-C16168B6D624}" srcOrd="3" destOrd="0" parTransId="{5E1F8A4A-B0AA-4724-82FE-FF7FF97EF940}" sibTransId="{CFE58C5E-D074-458E-874B-C8F1E4AC4EB7}"/>
    <dgm:cxn modelId="{96A84484-EFD5-460A-A04A-3C2023471676}" srcId="{7314A793-90EC-4CDD-8BD0-C7B1C7F3FF37}" destId="{F071503E-9615-4E15-8D9D-3B6180C2A89B}" srcOrd="1" destOrd="0" parTransId="{51E4F6E5-1615-4255-ACF6-2876DB725725}" sibTransId="{D6C6CECB-4B12-4E93-818D-F96A7703E4D2}"/>
    <dgm:cxn modelId="{8D7DF187-8452-4614-81C9-428069CA72DA}" type="presOf" srcId="{7314A793-90EC-4CDD-8BD0-C7B1C7F3FF37}" destId="{E835FB73-0682-4CCB-A48E-D9B6CC84BA8A}" srcOrd="0" destOrd="0" presId="urn:microsoft.com/office/officeart/2005/8/layout/list1"/>
    <dgm:cxn modelId="{BE9C9B99-D796-45B1-99E0-264F7B0FFF5E}" srcId="{7314A793-90EC-4CDD-8BD0-C7B1C7F3FF37}" destId="{4732845C-F0C6-4614-9BCA-4175B3BDAB9D}" srcOrd="2" destOrd="0" parTransId="{778A753D-A1A0-4351-BCFA-253408B55BE4}" sibTransId="{E6B1C1A6-9495-4275-B074-459246AB4976}"/>
    <dgm:cxn modelId="{AC920FA8-6E10-4412-9F79-58262B8768C5}" type="presOf" srcId="{6A17B26B-75E5-422B-911E-72D7BD79AB63}" destId="{29A8881E-DB05-43F2-A9B2-9E5DBD157A51}" srcOrd="0" destOrd="0" presId="urn:microsoft.com/office/officeart/2005/8/layout/list1"/>
    <dgm:cxn modelId="{021661B0-D762-4F15-A57D-9F957C128CD9}" type="presOf" srcId="{56A53684-7D37-4C0E-B815-4B23AA19F84D}" destId="{D0E526C3-4CF3-4A9C-A60F-9283BF5664A3}" srcOrd="1" destOrd="0" presId="urn:microsoft.com/office/officeart/2005/8/layout/list1"/>
    <dgm:cxn modelId="{8CD1E4B0-F587-4140-B3FE-E504B6F7F6FA}" srcId="{D52DAD5E-0ABB-4C25-8482-FB2D7132422E}" destId="{4C429303-755D-49BC-B95F-20D3ED74C2FE}" srcOrd="0" destOrd="0" parTransId="{0CE424FB-0119-4910-84BF-DDA64F019DE5}" sibTransId="{3E25D0A4-408B-4CB4-BD85-E9ADC28B24D5}"/>
    <dgm:cxn modelId="{7194EDB9-AF1E-4C34-86C3-71C530E0E551}" srcId="{D4004868-FC80-402D-B2ED-F3C6DD90DC05}" destId="{7314A793-90EC-4CDD-8BD0-C7B1C7F3FF37}" srcOrd="0" destOrd="0" parTransId="{F8ABCCF6-9EA5-4761-9C1D-E25B16411D91}" sibTransId="{B90D1017-D528-45B1-9701-7C83392B2E29}"/>
    <dgm:cxn modelId="{FA04B1C0-E7C5-4F27-A478-45F81CCE2F57}" type="presOf" srcId="{65FCE765-EE42-490E-88E3-8651E9F3FCAB}" destId="{5DF3BD25-CB1D-451C-8D0F-B4035E7F9869}" srcOrd="0" destOrd="0" presId="urn:microsoft.com/office/officeart/2005/8/layout/list1"/>
    <dgm:cxn modelId="{C21718CE-EDF1-4684-862E-53B12D85CABC}" srcId="{D4004868-FC80-402D-B2ED-F3C6DD90DC05}" destId="{D52DAD5E-0ABB-4C25-8482-FB2D7132422E}" srcOrd="2" destOrd="0" parTransId="{91B4D512-8FB2-4E4B-8166-9CAC7223BCC6}" sibTransId="{C07B6B3B-776B-471F-9F60-BD56D01866AB}"/>
    <dgm:cxn modelId="{6DAD55D8-3CDB-44A6-B5D2-92FF7BD21884}" type="presOf" srcId="{D4004868-FC80-402D-B2ED-F3C6DD90DC05}" destId="{A61BD462-57D9-4DAF-A71D-68BD3EE67653}" srcOrd="0" destOrd="0" presId="urn:microsoft.com/office/officeart/2005/8/layout/list1"/>
    <dgm:cxn modelId="{F40871F7-256D-4725-AE5F-2D55F24AC7FA}" type="presOf" srcId="{7314A793-90EC-4CDD-8BD0-C7B1C7F3FF37}" destId="{592F1845-B9F8-4B6B-9E72-F4E0B7727719}" srcOrd="1" destOrd="0" presId="urn:microsoft.com/office/officeart/2005/8/layout/list1"/>
    <dgm:cxn modelId="{6F394FFE-0424-4BE1-8B8D-A7E4F24D858A}" srcId="{D52DAD5E-0ABB-4C25-8482-FB2D7132422E}" destId="{12F73E0B-073B-4583-9A9E-A889A7AF32CB}" srcOrd="1" destOrd="0" parTransId="{05C58DC6-B8E9-4CCD-8322-27195131C533}" sibTransId="{07CD2079-4857-46BB-B457-7E04052CA518}"/>
    <dgm:cxn modelId="{14E23681-26BC-4994-9D48-E0E8843EFDAC}" type="presParOf" srcId="{A61BD462-57D9-4DAF-A71D-68BD3EE67653}" destId="{8160F7D5-F135-4909-B84A-D36ABFCA9FC1}" srcOrd="0" destOrd="0" presId="urn:microsoft.com/office/officeart/2005/8/layout/list1"/>
    <dgm:cxn modelId="{DBE1E2E7-8BEA-4109-BA81-95294250B004}" type="presParOf" srcId="{8160F7D5-F135-4909-B84A-D36ABFCA9FC1}" destId="{E835FB73-0682-4CCB-A48E-D9B6CC84BA8A}" srcOrd="0" destOrd="0" presId="urn:microsoft.com/office/officeart/2005/8/layout/list1"/>
    <dgm:cxn modelId="{7EAA698B-D56C-4F16-99B3-7F5FB611C808}" type="presParOf" srcId="{8160F7D5-F135-4909-B84A-D36ABFCA9FC1}" destId="{592F1845-B9F8-4B6B-9E72-F4E0B7727719}" srcOrd="1" destOrd="0" presId="urn:microsoft.com/office/officeart/2005/8/layout/list1"/>
    <dgm:cxn modelId="{6F501976-5882-4FC4-BB20-F8B9DE68A8EB}" type="presParOf" srcId="{A61BD462-57D9-4DAF-A71D-68BD3EE67653}" destId="{146211BB-C09F-4F69-9871-3390BC24045C}" srcOrd="1" destOrd="0" presId="urn:microsoft.com/office/officeart/2005/8/layout/list1"/>
    <dgm:cxn modelId="{7B10B474-6C6B-4B25-8E42-4308F53312CE}" type="presParOf" srcId="{A61BD462-57D9-4DAF-A71D-68BD3EE67653}" destId="{5DF3BD25-CB1D-451C-8D0F-B4035E7F9869}" srcOrd="2" destOrd="0" presId="urn:microsoft.com/office/officeart/2005/8/layout/list1"/>
    <dgm:cxn modelId="{B6B4E25F-66F0-4B27-96F3-48C877A7D33F}" type="presParOf" srcId="{A61BD462-57D9-4DAF-A71D-68BD3EE67653}" destId="{3A86E10D-5464-40D7-B84C-23362DEBD97C}" srcOrd="3" destOrd="0" presId="urn:microsoft.com/office/officeart/2005/8/layout/list1"/>
    <dgm:cxn modelId="{980666A8-B2C0-430B-BDBA-D41F18C6B408}" type="presParOf" srcId="{A61BD462-57D9-4DAF-A71D-68BD3EE67653}" destId="{72987E22-8CF6-4448-9908-8CD76971D646}" srcOrd="4" destOrd="0" presId="urn:microsoft.com/office/officeart/2005/8/layout/list1"/>
    <dgm:cxn modelId="{DC7353E5-C801-4E3A-99E9-0A3C016978F8}" type="presParOf" srcId="{72987E22-8CF6-4448-9908-8CD76971D646}" destId="{8A5A81A3-41FF-476A-B985-39F85F735D6C}" srcOrd="0" destOrd="0" presId="urn:microsoft.com/office/officeart/2005/8/layout/list1"/>
    <dgm:cxn modelId="{8675F231-03D3-4A46-A75D-B04AA455054D}" type="presParOf" srcId="{72987E22-8CF6-4448-9908-8CD76971D646}" destId="{D0E526C3-4CF3-4A9C-A60F-9283BF5664A3}" srcOrd="1" destOrd="0" presId="urn:microsoft.com/office/officeart/2005/8/layout/list1"/>
    <dgm:cxn modelId="{CB9AE0E3-48BE-4C1A-81A6-7D6C6CDDB025}" type="presParOf" srcId="{A61BD462-57D9-4DAF-A71D-68BD3EE67653}" destId="{B2F9B082-FA36-4C0E-8C50-6BA5BFD2B15B}" srcOrd="5" destOrd="0" presId="urn:microsoft.com/office/officeart/2005/8/layout/list1"/>
    <dgm:cxn modelId="{647D92D4-BFAF-41EB-8787-2057A3A020A5}" type="presParOf" srcId="{A61BD462-57D9-4DAF-A71D-68BD3EE67653}" destId="{29A8881E-DB05-43F2-A9B2-9E5DBD157A51}" srcOrd="6" destOrd="0" presId="urn:microsoft.com/office/officeart/2005/8/layout/list1"/>
    <dgm:cxn modelId="{4DBF6C05-FCD0-40B8-8B2A-597282B42E51}" type="presParOf" srcId="{A61BD462-57D9-4DAF-A71D-68BD3EE67653}" destId="{0E074013-67CA-4DCB-BEFF-100F1407C9F0}" srcOrd="7" destOrd="0" presId="urn:microsoft.com/office/officeart/2005/8/layout/list1"/>
    <dgm:cxn modelId="{E50DAC2F-32C4-4716-8AB5-9D89F91C92AF}" type="presParOf" srcId="{A61BD462-57D9-4DAF-A71D-68BD3EE67653}" destId="{B74F9B22-D4AA-4099-9542-E81FBE396A24}" srcOrd="8" destOrd="0" presId="urn:microsoft.com/office/officeart/2005/8/layout/list1"/>
    <dgm:cxn modelId="{4EA92965-28B4-448F-96D3-B897145B47EE}" type="presParOf" srcId="{B74F9B22-D4AA-4099-9542-E81FBE396A24}" destId="{A5159076-1559-4DFC-9C1D-7DC808036B86}" srcOrd="0" destOrd="0" presId="urn:microsoft.com/office/officeart/2005/8/layout/list1"/>
    <dgm:cxn modelId="{E8F643C6-727C-4C98-AC12-955C01AAFCC9}" type="presParOf" srcId="{B74F9B22-D4AA-4099-9542-E81FBE396A24}" destId="{B7571B28-94E4-4C4D-82F5-1AD79DC1BA5F}" srcOrd="1" destOrd="0" presId="urn:microsoft.com/office/officeart/2005/8/layout/list1"/>
    <dgm:cxn modelId="{C1970EEF-D6FF-4DA9-9ECC-911CA2C4F989}" type="presParOf" srcId="{A61BD462-57D9-4DAF-A71D-68BD3EE67653}" destId="{FBE0DA55-F73D-4055-BCD9-4D81872560E4}" srcOrd="9" destOrd="0" presId="urn:microsoft.com/office/officeart/2005/8/layout/list1"/>
    <dgm:cxn modelId="{2AAAB65D-A32C-4CA1-BC89-D9CDDAAE7BF1}" type="presParOf" srcId="{A61BD462-57D9-4DAF-A71D-68BD3EE67653}" destId="{80F9CEE2-6BAD-49F4-8F36-50526A7FDE6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B4525F-38FC-4AA3-B2BD-5CABB4EBAF6A}">
      <dsp:nvSpPr>
        <dsp:cNvPr id="0" name=""/>
        <dsp:cNvSpPr/>
      </dsp:nvSpPr>
      <dsp:spPr>
        <a:xfrm>
          <a:off x="0" y="3880"/>
          <a:ext cx="5615399" cy="90315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1244A9-16F2-41A0-9DBE-1811A9D042F8}">
      <dsp:nvSpPr>
        <dsp:cNvPr id="0" name=""/>
        <dsp:cNvSpPr/>
      </dsp:nvSpPr>
      <dsp:spPr>
        <a:xfrm>
          <a:off x="273205" y="207091"/>
          <a:ext cx="496737" cy="4967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5A32C4-A52C-4F63-9255-C1B8ACB8624C}">
      <dsp:nvSpPr>
        <dsp:cNvPr id="0" name=""/>
        <dsp:cNvSpPr/>
      </dsp:nvSpPr>
      <dsp:spPr>
        <a:xfrm>
          <a:off x="1043147" y="3880"/>
          <a:ext cx="4571231" cy="903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584" tIns="95584" rIns="95584" bIns="9558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What is this website?</a:t>
          </a:r>
          <a:r>
            <a:rPr lang="en-US" sz="1500" kern="1200" dirty="0"/>
            <a:t> A dynamic showcase for trending and popular video games.</a:t>
          </a:r>
        </a:p>
      </dsp:txBody>
      <dsp:txXfrm>
        <a:off x="1043147" y="3880"/>
        <a:ext cx="4571231" cy="903158"/>
      </dsp:txXfrm>
    </dsp:sp>
    <dsp:sp modelId="{90A50EA5-F4A7-4392-9AA8-6E5E9EA2CFFD}">
      <dsp:nvSpPr>
        <dsp:cNvPr id="0" name=""/>
        <dsp:cNvSpPr/>
      </dsp:nvSpPr>
      <dsp:spPr>
        <a:xfrm>
          <a:off x="0" y="1132828"/>
          <a:ext cx="5615399" cy="90315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6351B8-5AAC-4D25-B7F4-7087C70F91AA}">
      <dsp:nvSpPr>
        <dsp:cNvPr id="0" name=""/>
        <dsp:cNvSpPr/>
      </dsp:nvSpPr>
      <dsp:spPr>
        <a:xfrm>
          <a:off x="273205" y="1336039"/>
          <a:ext cx="496737" cy="4967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A38BEB-E6A7-40B5-A781-6E7CF2036E11}">
      <dsp:nvSpPr>
        <dsp:cNvPr id="0" name=""/>
        <dsp:cNvSpPr/>
      </dsp:nvSpPr>
      <dsp:spPr>
        <a:xfrm>
          <a:off x="1043147" y="1132828"/>
          <a:ext cx="4571231" cy="903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584" tIns="95584" rIns="95584" bIns="9558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Our Goal:</a:t>
          </a:r>
          <a:r>
            <a:rPr lang="en-US" sz="1500" kern="1200"/>
            <a:t> To provide a clean, accessible platform for gamers to discover new titles, explore categories, and get essential game info.</a:t>
          </a:r>
        </a:p>
      </dsp:txBody>
      <dsp:txXfrm>
        <a:off x="1043147" y="1132828"/>
        <a:ext cx="4571231" cy="903158"/>
      </dsp:txXfrm>
    </dsp:sp>
    <dsp:sp modelId="{AE6CD697-709D-4BB5-92FA-18B55E9B4B5B}">
      <dsp:nvSpPr>
        <dsp:cNvPr id="0" name=""/>
        <dsp:cNvSpPr/>
      </dsp:nvSpPr>
      <dsp:spPr>
        <a:xfrm>
          <a:off x="0" y="2261776"/>
          <a:ext cx="5615399" cy="90315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86EE26-023A-429C-B403-8EF33037F7B2}">
      <dsp:nvSpPr>
        <dsp:cNvPr id="0" name=""/>
        <dsp:cNvSpPr/>
      </dsp:nvSpPr>
      <dsp:spPr>
        <a:xfrm>
          <a:off x="273205" y="2464986"/>
          <a:ext cx="496737" cy="4967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9AD740-3C00-456E-BA7F-2BD466068303}">
      <dsp:nvSpPr>
        <dsp:cNvPr id="0" name=""/>
        <dsp:cNvSpPr/>
      </dsp:nvSpPr>
      <dsp:spPr>
        <a:xfrm>
          <a:off x="1043147" y="2261776"/>
          <a:ext cx="4571231" cy="903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584" tIns="95584" rIns="95584" bIns="9558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Key Focus:</a:t>
          </a:r>
          <a:r>
            <a:rPr lang="en-US" sz="1500" kern="1200"/>
            <a:t> Highlighting hot new releases and frequently downloaded games.</a:t>
          </a:r>
        </a:p>
      </dsp:txBody>
      <dsp:txXfrm>
        <a:off x="1043147" y="2261776"/>
        <a:ext cx="4571231" cy="903158"/>
      </dsp:txXfrm>
    </dsp:sp>
    <dsp:sp modelId="{D5990466-79B2-4B3B-B843-81ECC2D80AEA}">
      <dsp:nvSpPr>
        <dsp:cNvPr id="0" name=""/>
        <dsp:cNvSpPr/>
      </dsp:nvSpPr>
      <dsp:spPr>
        <a:xfrm>
          <a:off x="0" y="3390724"/>
          <a:ext cx="5615399" cy="90315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C0ABDB-1DDE-4286-81F2-D1DDAB121EB2}">
      <dsp:nvSpPr>
        <dsp:cNvPr id="0" name=""/>
        <dsp:cNvSpPr/>
      </dsp:nvSpPr>
      <dsp:spPr>
        <a:xfrm>
          <a:off x="273205" y="3593934"/>
          <a:ext cx="496737" cy="4967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317E89-87B0-434E-B8CA-6D1B013420A7}">
      <dsp:nvSpPr>
        <dsp:cNvPr id="0" name=""/>
        <dsp:cNvSpPr/>
      </dsp:nvSpPr>
      <dsp:spPr>
        <a:xfrm>
          <a:off x="1043147" y="3390724"/>
          <a:ext cx="2526929" cy="903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584" tIns="95584" rIns="95584" bIns="9558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Presentation Roadmap: </a:t>
          </a:r>
          <a:endParaRPr lang="en-US" sz="1500" kern="1200"/>
        </a:p>
      </dsp:txBody>
      <dsp:txXfrm>
        <a:off x="1043147" y="3390724"/>
        <a:ext cx="2526929" cy="903158"/>
      </dsp:txXfrm>
    </dsp:sp>
    <dsp:sp modelId="{02FD4E2D-0F57-47CA-9CB8-92668A4754FF}">
      <dsp:nvSpPr>
        <dsp:cNvPr id="0" name=""/>
        <dsp:cNvSpPr/>
      </dsp:nvSpPr>
      <dsp:spPr>
        <a:xfrm>
          <a:off x="3570077" y="3390724"/>
          <a:ext cx="2044301" cy="903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584" tIns="95584" rIns="95584" bIns="95584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Website Functions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Code Behind It (HTML &amp; CSS)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Future Enhancements</a:t>
          </a:r>
        </a:p>
      </dsp:txBody>
      <dsp:txXfrm>
        <a:off x="3570077" y="3390724"/>
        <a:ext cx="2044301" cy="9031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2AAFD5-0DE2-4789-A5A7-4E0151C0A911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8AC02E-2456-47ED-B21B-74CE66D58E03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07A276-4E1F-4AA9-BFF7-4EDB378C1462}">
      <dsp:nvSpPr>
        <dsp:cNvPr id="0" name=""/>
        <dsp:cNvSpPr/>
      </dsp:nvSpPr>
      <dsp:spPr>
        <a:xfrm>
          <a:off x="1437631" y="531"/>
          <a:ext cx="4732020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HTML Tags:</a:t>
          </a:r>
          <a:r>
            <a:rPr lang="en-US" sz="2300" kern="1200"/>
            <a:t> We use modern tags for better organization and accessibility: </a:t>
          </a:r>
        </a:p>
      </dsp:txBody>
      <dsp:txXfrm>
        <a:off x="1437631" y="531"/>
        <a:ext cx="4732020" cy="1244702"/>
      </dsp:txXfrm>
    </dsp:sp>
    <dsp:sp modelId="{7E5B4E98-9277-4A74-B60C-001D531A05C2}">
      <dsp:nvSpPr>
        <dsp:cNvPr id="0" name=""/>
        <dsp:cNvSpPr/>
      </dsp:nvSpPr>
      <dsp:spPr>
        <a:xfrm>
          <a:off x="6169651" y="531"/>
          <a:ext cx="434594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&lt;header&gt;, &lt;nav&gt;, &lt;main&gt;, &lt;section&gt;, &lt;footer&gt;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&lt;h1&gt; to &lt;h6&gt; for headings, &lt;p&gt; for paragraphs, &lt;ul&gt;/&lt;</a:t>
          </a:r>
          <a:r>
            <a:rPr lang="en-US" sz="1500" kern="1200" dirty="0" err="1"/>
            <a:t>ol</a:t>
          </a:r>
          <a:r>
            <a:rPr lang="en-US" sz="1500" kern="1200" dirty="0"/>
            <a:t>&gt; for lists (used for navigation and game categories).</a:t>
          </a:r>
        </a:p>
      </dsp:txBody>
      <dsp:txXfrm>
        <a:off x="6169651" y="531"/>
        <a:ext cx="4345948" cy="1244702"/>
      </dsp:txXfrm>
    </dsp:sp>
    <dsp:sp modelId="{2FFF7796-DF3F-4B1B-BBAD-4F3417990C31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80E4D6-3C7D-4C6A-A886-AE6DEA0E571C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F4CF46-ABA2-49BF-BB03-998E2D9340CC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Content Organization:</a:t>
          </a:r>
          <a:r>
            <a:rPr lang="en-US" sz="2300" kern="1200"/>
            <a:t> HTML structures text, images (&lt;img&gt;), and links (&lt;a&gt;) into logical sections.</a:t>
          </a:r>
        </a:p>
      </dsp:txBody>
      <dsp:txXfrm>
        <a:off x="1437631" y="1556410"/>
        <a:ext cx="9077968" cy="1244702"/>
      </dsp:txXfrm>
    </dsp:sp>
    <dsp:sp modelId="{4E12E44E-3CE8-4799-9101-62FE5FB302F1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670814-CEA5-4061-8413-33896BDF4331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2E7412-6A22-4C84-8CEE-883AE7FFF18E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Navigation:</a:t>
          </a:r>
          <a:r>
            <a:rPr lang="en-US" sz="2300" kern="1200" dirty="0"/>
            <a:t> Anchor tags (&lt;a&gt;) create links to different pages and categories, like [Home](index.html) or [RPG](categories/rpg.html).</a:t>
          </a:r>
        </a:p>
      </dsp:txBody>
      <dsp:txXfrm>
        <a:off x="1437631" y="3112289"/>
        <a:ext cx="9077968" cy="12447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A831AE-646E-40E0-BFD7-7A16DB1E40CB}">
      <dsp:nvSpPr>
        <dsp:cNvPr id="0" name=""/>
        <dsp:cNvSpPr/>
      </dsp:nvSpPr>
      <dsp:spPr>
        <a:xfrm>
          <a:off x="3184" y="941318"/>
          <a:ext cx="3085876" cy="2468701"/>
        </a:xfrm>
        <a:prstGeom prst="homePlate">
          <a:avLst>
            <a:gd name="adj" fmla="val 2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8863" tIns="48260" rIns="435451" bIns="4826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CSS </a:t>
          </a:r>
          <a:r>
            <a:rPr lang="en-US" sz="1900" kern="1200" dirty="0"/>
            <a:t>controls the </a:t>
          </a:r>
          <a:r>
            <a:rPr lang="en-US" sz="1900" i="1" kern="1200" dirty="0"/>
            <a:t>presentation</a:t>
          </a:r>
          <a:r>
            <a:rPr lang="en-US" sz="1900" kern="1200" dirty="0"/>
            <a:t>, </a:t>
          </a:r>
          <a:r>
            <a:rPr lang="en-US" sz="1900" i="1" kern="1200" dirty="0"/>
            <a:t>look</a:t>
          </a:r>
          <a:r>
            <a:rPr lang="en-US" sz="1900" kern="1200" dirty="0"/>
            <a:t>, and </a:t>
          </a:r>
          <a:r>
            <a:rPr lang="en-US" sz="1900" i="1" kern="1200" dirty="0"/>
            <a:t>layout</a:t>
          </a:r>
          <a:r>
            <a:rPr lang="en-US" sz="1900" kern="1200" dirty="0"/>
            <a:t> of the HTML elements.</a:t>
          </a:r>
        </a:p>
      </dsp:txBody>
      <dsp:txXfrm>
        <a:off x="3184" y="941318"/>
        <a:ext cx="2777288" cy="2468701"/>
      </dsp:txXfrm>
    </dsp:sp>
    <dsp:sp modelId="{442B3CD1-379C-4495-AEF7-02DB3698EC12}">
      <dsp:nvSpPr>
        <dsp:cNvPr id="0" name=""/>
        <dsp:cNvSpPr/>
      </dsp:nvSpPr>
      <dsp:spPr>
        <a:xfrm>
          <a:off x="2471885" y="941318"/>
          <a:ext cx="5571828" cy="2468701"/>
        </a:xfrm>
        <a:prstGeom prst="chevron">
          <a:avLst>
            <a:gd name="adj" fmla="val 25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8863" tIns="48260" rIns="108863" bIns="4826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Visual Styling: </a:t>
          </a:r>
          <a:endParaRPr lang="en-US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/>
            <a:t>Colors:</a:t>
          </a:r>
          <a:r>
            <a:rPr lang="en-US" sz="1500" kern="1200"/>
            <a:t> Defining background colors, text colors, and link styles.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 dirty="0"/>
            <a:t>Typography:</a:t>
          </a:r>
          <a:r>
            <a:rPr lang="en-US" sz="1500" kern="1200" dirty="0"/>
            <a:t> Setting fonts, sizes, and line heights for readability.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 dirty="0"/>
            <a:t>Spacing:</a:t>
          </a:r>
          <a:r>
            <a:rPr lang="en-US" sz="1500" kern="1200" dirty="0"/>
            <a:t> Managing margins and padding to create visual breathing room.</a:t>
          </a:r>
        </a:p>
      </dsp:txBody>
      <dsp:txXfrm>
        <a:off x="3089060" y="941318"/>
        <a:ext cx="4337478" cy="2468701"/>
      </dsp:txXfrm>
    </dsp:sp>
    <dsp:sp modelId="{15331C98-1F2D-4E6B-8FDD-4E3245A4B33C}">
      <dsp:nvSpPr>
        <dsp:cNvPr id="0" name=""/>
        <dsp:cNvSpPr/>
      </dsp:nvSpPr>
      <dsp:spPr>
        <a:xfrm>
          <a:off x="7426538" y="941318"/>
          <a:ext cx="3085876" cy="2468701"/>
        </a:xfrm>
        <a:prstGeom prst="chevron">
          <a:avLst>
            <a:gd name="adj" fmla="val 25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8863" tIns="48260" rIns="108863" bIns="4826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Layout:</a:t>
          </a:r>
          <a:r>
            <a:rPr lang="en-US" sz="1900" kern="1200"/>
            <a:t> Arranging elements on the page (e.g., side-by-side game previews, centering text).</a:t>
          </a:r>
        </a:p>
      </dsp:txBody>
      <dsp:txXfrm>
        <a:off x="8043713" y="941318"/>
        <a:ext cx="1851526" cy="24687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F3BD25-CB1D-451C-8D0F-B4035E7F9869}">
      <dsp:nvSpPr>
        <dsp:cNvPr id="0" name=""/>
        <dsp:cNvSpPr/>
      </dsp:nvSpPr>
      <dsp:spPr>
        <a:xfrm>
          <a:off x="0" y="325134"/>
          <a:ext cx="10515600" cy="1552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/>
            <a:t>Dynamic Menus:</a:t>
          </a:r>
          <a:r>
            <a:rPr lang="en-US" sz="1700" kern="1200"/>
            <a:t> Smooth dropdowns for categories.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 dirty="0"/>
            <a:t>Game Galleries:</a:t>
          </a:r>
          <a:r>
            <a:rPr lang="en-US" sz="1700" kern="1200" dirty="0"/>
            <a:t> Image carousels or lightboxes for game screenshots.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/>
            <a:t>Interactive Features:</a:t>
          </a:r>
          <a:r>
            <a:rPr lang="en-US" sz="1700" kern="1200"/>
            <a:t> User ratings, comment sections, or simple game demos.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/>
            <a:t>Search Functionality:</a:t>
          </a:r>
          <a:r>
            <a:rPr lang="en-US" sz="1700" kern="1200"/>
            <a:t> Allow users to search for games by name or keyword.</a:t>
          </a:r>
        </a:p>
      </dsp:txBody>
      <dsp:txXfrm>
        <a:off x="0" y="325134"/>
        <a:ext cx="10515600" cy="1552950"/>
      </dsp:txXfrm>
    </dsp:sp>
    <dsp:sp modelId="{592F1845-B9F8-4B6B-9E72-F4E0B7727719}">
      <dsp:nvSpPr>
        <dsp:cNvPr id="0" name=""/>
        <dsp:cNvSpPr/>
      </dsp:nvSpPr>
      <dsp:spPr>
        <a:xfrm>
          <a:off x="525780" y="74214"/>
          <a:ext cx="7360920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Add Interactivity with JavaScript: </a:t>
          </a:r>
          <a:endParaRPr lang="en-US" sz="1700" kern="1200"/>
        </a:p>
      </dsp:txBody>
      <dsp:txXfrm>
        <a:off x="550278" y="98712"/>
        <a:ext cx="7311924" cy="452844"/>
      </dsp:txXfrm>
    </dsp:sp>
    <dsp:sp modelId="{29A8881E-DB05-43F2-A9B2-9E5DBD157A51}">
      <dsp:nvSpPr>
        <dsp:cNvPr id="0" name=""/>
        <dsp:cNvSpPr/>
      </dsp:nvSpPr>
      <dsp:spPr>
        <a:xfrm>
          <a:off x="0" y="2220804"/>
          <a:ext cx="10515600" cy="722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 dirty="0"/>
            <a:t>Animations:</a:t>
          </a:r>
          <a:r>
            <a:rPr lang="en-US" sz="1700" kern="1200" dirty="0"/>
            <a:t> Subtle hover effects, page transitions.</a:t>
          </a:r>
        </a:p>
      </dsp:txBody>
      <dsp:txXfrm>
        <a:off x="0" y="2220804"/>
        <a:ext cx="10515600" cy="722925"/>
      </dsp:txXfrm>
    </dsp:sp>
    <dsp:sp modelId="{D0E526C3-4CF3-4A9C-A60F-9283BF5664A3}">
      <dsp:nvSpPr>
        <dsp:cNvPr id="0" name=""/>
        <dsp:cNvSpPr/>
      </dsp:nvSpPr>
      <dsp:spPr>
        <a:xfrm>
          <a:off x="525780" y="1969884"/>
          <a:ext cx="7360920" cy="50184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Enhanced Design &amp; UX: </a:t>
          </a:r>
          <a:endParaRPr lang="en-US" sz="1700" kern="1200"/>
        </a:p>
      </dsp:txBody>
      <dsp:txXfrm>
        <a:off x="550278" y="1994382"/>
        <a:ext cx="7311924" cy="452844"/>
      </dsp:txXfrm>
    </dsp:sp>
    <dsp:sp modelId="{80F9CEE2-6BAD-49F4-8F36-50526A7FDE6A}">
      <dsp:nvSpPr>
        <dsp:cNvPr id="0" name=""/>
        <dsp:cNvSpPr/>
      </dsp:nvSpPr>
      <dsp:spPr>
        <a:xfrm>
          <a:off x="0" y="3286449"/>
          <a:ext cx="10515600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/>
            <a:t>Contact Form:</a:t>
          </a:r>
          <a:r>
            <a:rPr lang="en-US" sz="1700" kern="1200"/>
            <a:t> Allow users to send messages directly.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/>
            <a:t>Content Management:</a:t>
          </a:r>
          <a:r>
            <a:rPr lang="en-US" sz="1700" kern="1200"/>
            <a:t> A system to easily add new game reviews or news.</a:t>
          </a:r>
        </a:p>
      </dsp:txBody>
      <dsp:txXfrm>
        <a:off x="0" y="3286449"/>
        <a:ext cx="10515600" cy="990675"/>
      </dsp:txXfrm>
    </dsp:sp>
    <dsp:sp modelId="{B7571B28-94E4-4C4D-82F5-1AD79DC1BA5F}">
      <dsp:nvSpPr>
        <dsp:cNvPr id="0" name=""/>
        <dsp:cNvSpPr/>
      </dsp:nvSpPr>
      <dsp:spPr>
        <a:xfrm>
          <a:off x="525780" y="3035529"/>
          <a:ext cx="7360920" cy="5018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Backend Integration: </a:t>
          </a:r>
          <a:endParaRPr lang="en-US" sz="1700" kern="1200"/>
        </a:p>
      </dsp:txBody>
      <dsp:txXfrm>
        <a:off x="550278" y="3060027"/>
        <a:ext cx="7311924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1567A-F938-49EF-BABE-DB544752D86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F9AEA-9BCC-4A71-9332-2EABF66B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28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"Hello everyone!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we're going to explore the world of web development through a website dedicated to games.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the developer who built this site using just HTML and CSS, I'm excited to share how we brought this website to you.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We'll look at what the site does, the code that makes it, and some ideas for how it could evolve in the future.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 of this as a practical look at how the web works, starting with the basics."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9AEA-9BCC-4A71-9332-2EABF66B78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12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"So, what is this website all about? It's essentially a hub for gamers!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main mission was to create a space that’s easy to navigate and visually appealing, helping players discover exciting new games.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 focusing on showcasing what's 'hot' right now and what games are getting a lot of attention.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we'll walk through what you can do on the site, the core technologies – HTML and CSS – that make it work, and then brainstorm some cool ideas for how we can make it even better down the line."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9AEA-9BCC-4A71-9332-2EABF66B78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574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CE1DD-3A26-0311-4456-6BB1A9145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5B7EF-E378-11FE-FF5F-CBFAA317A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30EBCA-60BD-4D5C-6E52-60F3DBCEC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"Let's talk about what users can actually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our gaming website.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homepage immediately shows you what's trending and what games are popular.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you're looking for a specific type of game, you can easily browse by categories like RPGs, Adventure games, or Puzzles, thanks to our navigation menu.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also provide links to a dedicated News section to keep you updated, and a Contact page if you want to get in touch.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 also see eye-catching banners and images that highlight the featured games."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0800C-ABBE-241F-27F8-B4B488DE72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9AEA-9BCC-4A71-9332-2EABF66B78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58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look at the actual content that makes this site exciting for gamers.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homepage, we've got these sections like 'Hot Trending!' and 'Most Downloads!' to immediately grab your attention.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We've featured some fantastic games here, such as Hollow Knight: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Silksong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action-packed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Megabonk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thoughtful puzzle game The Talos Principle 2, and the highly anticipated Black Myth: Wukong.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game, we provide a main header image, a few smaller screenshots, a brief description to pique your interest, and a link to find out more,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often directing you to places like Steam.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navigation menu is also very clear, guiding you to different game types, news, or contact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9AEA-9BCC-4A71-9332-2EABF66B78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543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Now, let's dive into the code!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website you visit is built on HTML. These are tags like &lt;header&gt;, &lt;nav&gt;, &lt;main&gt;, &lt;section&gt;, and &lt;footer&gt; that clearly define what part of the page we're looking at.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also use standard tags for headings (&lt;h1&gt; to &lt;h6&gt;), paragraphs (&lt;p&gt;), and lists (&lt;ul&gt; or &lt;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&gt;), which are perfect for creating navigation menus and listing game categories.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is also what allows us to embed images (&lt;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&gt;) and, crucially, create all the links (&lt;a&gt;) that let you jump between pages, like going from the homepage to the RPG category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9AEA-9BCC-4A71-9332-2EABF66B78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776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HTML is the skeleton, CSS is the style, the clothing, and the makeup!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use CSS to pick our color palette – notice the darker backgrounds with vibrant accents for the games? That’s CSS!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also controls typography, making sure the text is easy to read. CSS manages all the spacing around elements, which is vital for a clean layout.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also responsible for how content is arranged on the page, like placing game images side-by-side.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9AEA-9BCC-4A71-9332-2EABF66B78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32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our current HTML/CSS site is functional, there's always potential for growth!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biggest next step would be to introduce JavaScript. This would unlock a whole new level of interactivity.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could add a search bar to help find specific titles instantly.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could also enhance the design with more animations to make the site feel more alive.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to make it a true community platform, we could integrate a contact form or even a system to easily add new game news and reviews."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9AEA-9BCC-4A71-9332-2EABF66B78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818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B4F63-F5F8-5EB3-4039-D930B6882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CDA426-A60C-755C-68EA-1B4444666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BC422-DEEB-74C6-8791-300C1C8F1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47CF1-3DED-4ACF-94DA-B1F715C98EF8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CB044-FADB-08A4-6BB6-3ED3A6EFB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417EB-D8EE-6C97-0A63-EF036A507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0FA21-B73F-475E-9BEA-6AE5FF50B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93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83074-10A4-7337-DF29-BDBA89AB3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E9B2A-DB7B-AA5F-2C0C-03876CF95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00B5E-BFC0-BEBF-5385-00519B0CC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47CF1-3DED-4ACF-94DA-B1F715C98EF8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3CB8C-5D08-B70D-CCF6-37EE81E16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B44E3-61A0-1AD0-D632-C09F29856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0FA21-B73F-475E-9BEA-6AE5FF50B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14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0C532-0FC3-C824-DB7E-9E809DEAF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EDF1B-B19E-311E-F043-EA2200F05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C336B-1702-2070-8AD6-BF737C5D5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47CF1-3DED-4ACF-94DA-B1F715C98EF8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149F4-9CDF-9C20-BA76-4406BD01C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84923-9E64-A1BA-BAAC-5B87E336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0FA21-B73F-475E-9BEA-6AE5FF50B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971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7B59-FB71-24DC-BCEB-EBBBE6BA8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F2475-0357-2A33-9F39-BAED04B24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8D5269-A81B-D76F-3630-F2BC44A251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7F99F5-AC43-BAFF-8301-90B289B43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47CF1-3DED-4ACF-94DA-B1F715C98EF8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B4EB79-3348-0654-71AB-C3064F3F3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E559E-FF79-E3A1-06BD-BE1779D9F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0FA21-B73F-475E-9BEA-6AE5FF50B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80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155DC-8AFE-4779-C2F3-FD9A25453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FB369-6C0F-0F8F-9128-48CF2F73F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18E3A-796B-C00A-8D53-886726159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DFB74B-BFB7-2B44-81D3-7E698D29AE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AA84B0-6768-989A-DB30-59EF2EDFA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B92181-9D4C-9461-B6E4-15A9B0C77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47CF1-3DED-4ACF-94DA-B1F715C98EF8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1976FC-91E4-B86E-B251-467DCE04A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931AEE-EC9A-09DC-0AE4-E5E086C04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0FA21-B73F-475E-9BEA-6AE5FF50B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766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14335-8C29-0625-F026-C53B27167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C431B-15E4-4FC3-A739-FC5A496BD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47CF1-3DED-4ACF-94DA-B1F715C98EF8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DE779-F693-C8A2-EABD-1F35A0DE5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084D-4495-0638-EF35-776F4D06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0FA21-B73F-475E-9BEA-6AE5FF50B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2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3673F4-E080-51BA-CCD2-5648CA3BE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47CF1-3DED-4ACF-94DA-B1F715C98EF8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CF080-9E7F-57A5-FA94-8DB45A79B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4C5F6-EBAF-8CFB-9C34-6F13DE063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0FA21-B73F-475E-9BEA-6AE5FF50B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38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27BA-2EC6-90A3-4FE0-FBE50F82A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F3413-D512-C6FF-81F5-FAEE69218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7BC898-D47C-CA76-A485-EC461F8E3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23095-BCD3-4385-4FF1-205B08785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47CF1-3DED-4ACF-94DA-B1F715C98EF8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BD2E54-155A-1335-122B-533B47806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FA9B8-5535-EA50-1742-44B19580E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0FA21-B73F-475E-9BEA-6AE5FF50B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843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80DB4-E884-3919-7A5D-A86AEC80B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E2DE1C-15F4-377C-74D1-FD57F43AB1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AA0ACD-FF23-3B33-3151-43AEC99B8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E7017-4C8D-46A8-6097-0B1257F8F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47CF1-3DED-4ACF-94DA-B1F715C98EF8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31D01-F444-A770-EEB6-79661BDF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2902DF-C4E1-C6BE-D76D-F7B27F66B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0FA21-B73F-475E-9BEA-6AE5FF50B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99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CBD69-5D73-1188-F919-763B9A6D0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EA630D-19C0-03D5-E850-E096F3F71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48032-58CE-E6FD-66CF-637F1437B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47CF1-3DED-4ACF-94DA-B1F715C98EF8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0257D-0089-03D8-5C20-D585553DA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1B6B6-6C41-FEAE-1325-B6551DF9F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0FA21-B73F-475E-9BEA-6AE5FF50B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50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6B8D99-C8CD-8BBF-4AFF-D23CC72F84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0B89A0-29AC-ADC8-4AFD-094B047C1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6B363-1E8A-2C02-3ECE-2DA69FE5F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47CF1-3DED-4ACF-94DA-B1F715C98EF8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6E4FE-9F66-2696-76FE-F83D74E45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4455F-C1A3-F7F1-3292-792E72FED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0FA21-B73F-475E-9BEA-6AE5FF50B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0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C3541D-BC5B-7001-AC54-50B02B543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E8A52-D101-375F-B359-B18F91996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20546-99F0-F6B4-6B45-37D5A481C3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147CF1-3DED-4ACF-94DA-B1F715C98EF8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16B25-CE2A-3BC4-2284-1CA9D3B98E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403E1-5435-C92E-B4F2-9013A87B7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00FA21-B73F-475E-9BEA-6AE5FF50B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161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6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7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ce and pins on a board game">
            <a:extLst>
              <a:ext uri="{FF2B5EF4-FFF2-40B4-BE49-F238E27FC236}">
                <a16:creationId xmlns:a16="http://schemas.microsoft.com/office/drawing/2014/main" id="{D3815BC6-D402-53F6-6319-19192236EBB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1541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C6AEC2-E580-FD0B-EE18-109CE1FB5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9" y="941832"/>
            <a:ext cx="10506456" cy="20574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000">
                <a:ln w="22225">
                  <a:solidFill>
                    <a:srgbClr val="FFFFFF"/>
                  </a:solidFill>
                </a:ln>
                <a:solidFill>
                  <a:schemeClr val="bg1"/>
                </a:solidFill>
              </a:rPr>
              <a:t>HTML + CSS: </a:t>
            </a:r>
            <a:br>
              <a:rPr lang="en-US" sz="5000">
                <a:ln w="22225">
                  <a:solidFill>
                    <a:srgbClr val="FFFFFF"/>
                  </a:solidFill>
                </a:ln>
                <a:solidFill>
                  <a:schemeClr val="bg1"/>
                </a:solidFill>
              </a:rPr>
            </a:br>
            <a:r>
              <a:rPr lang="en-US" sz="5000">
                <a:ln w="22225">
                  <a:solidFill>
                    <a:srgbClr val="FFFFFF"/>
                  </a:solidFill>
                </a:ln>
                <a:solidFill>
                  <a:schemeClr val="bg1"/>
                </a:solidFill>
              </a:rPr>
              <a:t>THE WORLD OF GAME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BD0884-819F-6713-80DF-74EFD8698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3502152"/>
            <a:ext cx="10506456" cy="267004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bg1"/>
                </a:solidFill>
              </a:rPr>
              <a:t>Presented By:</a:t>
            </a:r>
            <a:r>
              <a:rPr lang="en-US" sz="2000">
                <a:solidFill>
                  <a:schemeClr val="bg1"/>
                </a:solidFill>
              </a:rPr>
              <a:t> Lê Minh Long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bg1"/>
                </a:solidFill>
              </a:rPr>
              <a:t>Teacher</a:t>
            </a:r>
            <a:r>
              <a:rPr lang="en-US" sz="2000">
                <a:solidFill>
                  <a:schemeClr val="bg1"/>
                </a:solidFill>
              </a:rPr>
              <a:t>: Thầy Nguyễn Đức Huy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bg1"/>
                </a:solidFill>
              </a:rPr>
              <a:t>Date:</a:t>
            </a:r>
            <a:r>
              <a:rPr lang="en-US" sz="2000">
                <a:solidFill>
                  <a:schemeClr val="bg1"/>
                </a:solidFill>
              </a:rPr>
              <a:t> September 30, 2025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933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ce and pins on a board game">
            <a:extLst>
              <a:ext uri="{FF2B5EF4-FFF2-40B4-BE49-F238E27FC236}">
                <a16:creationId xmlns:a16="http://schemas.microsoft.com/office/drawing/2014/main" id="{9474F052-C916-DFB7-FBAA-49BEC9D60E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237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6CFCF8-D11B-E505-0233-A5057DFA3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4800" y="365125"/>
            <a:ext cx="5348999" cy="1899912"/>
          </a:xfrm>
        </p:spPr>
        <p:txBody>
          <a:bodyPr>
            <a:normAutofit/>
          </a:bodyPr>
          <a:lstStyle/>
          <a:p>
            <a:r>
              <a:rPr lang="en-US" sz="4000" dirty="0"/>
              <a:t>Welcome to My Gaming Portal! 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682C2305-665C-04CD-F8EB-CD27A6C109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357600" y="2265037"/>
          <a:ext cx="5615399" cy="4297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24068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281244A9-16F2-41A0-9DBE-1811A9D042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>
                                            <p:graphicEl>
                                              <a:dgm id="{281244A9-16F2-41A0-9DBE-1811A9D042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>
                                            <p:graphicEl>
                                              <a:dgm id="{281244A9-16F2-41A0-9DBE-1811A9D042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>
                                            <p:graphicEl>
                                              <a:dgm id="{281244A9-16F2-41A0-9DBE-1811A9D042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D6B4525F-38FC-4AA3-B2BD-5CABB4EBAF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graphicEl>
                                              <a:dgm id="{D6B4525F-38FC-4AA3-B2BD-5CABB4EBAF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graphicEl>
                                              <a:dgm id="{D6B4525F-38FC-4AA3-B2BD-5CABB4EBAF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graphicEl>
                                              <a:dgm id="{D6B4525F-38FC-4AA3-B2BD-5CABB4EBAF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3D5A32C4-A52C-4F63-9255-C1B8ACB862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>
                                            <p:graphicEl>
                                              <a:dgm id="{3D5A32C4-A52C-4F63-9255-C1B8ACB8624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>
                                            <p:graphicEl>
                                              <a:dgm id="{3D5A32C4-A52C-4F63-9255-C1B8ACB862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>
                                            <p:graphicEl>
                                              <a:dgm id="{3D5A32C4-A52C-4F63-9255-C1B8ACB862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576351B8-5AAC-4D25-B7F4-7087C70F91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>
                                            <p:graphicEl>
                                              <a:dgm id="{576351B8-5AAC-4D25-B7F4-7087C70F91A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>
                                            <p:graphicEl>
                                              <a:dgm id="{576351B8-5AAC-4D25-B7F4-7087C70F91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>
                                            <p:graphicEl>
                                              <a:dgm id="{576351B8-5AAC-4D25-B7F4-7087C70F91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90A50EA5-F4A7-4392-9AA8-6E5E9EA2CF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>
                                            <p:graphicEl>
                                              <a:dgm id="{90A50EA5-F4A7-4392-9AA8-6E5E9EA2CF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>
                                            <p:graphicEl>
                                              <a:dgm id="{90A50EA5-F4A7-4392-9AA8-6E5E9EA2CF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">
                                            <p:graphicEl>
                                              <a:dgm id="{90A50EA5-F4A7-4392-9AA8-6E5E9EA2CF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B6A38BEB-E6A7-40B5-A781-6E7CF2036E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>
                                            <p:graphicEl>
                                              <a:dgm id="{B6A38BEB-E6A7-40B5-A781-6E7CF2036E1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">
                                            <p:graphicEl>
                                              <a:dgm id="{B6A38BEB-E6A7-40B5-A781-6E7CF2036E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>
                                            <p:graphicEl>
                                              <a:dgm id="{B6A38BEB-E6A7-40B5-A781-6E7CF2036E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8F86EE26-023A-429C-B403-8EF33037F7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0">
                                            <p:graphicEl>
                                              <a:dgm id="{8F86EE26-023A-429C-B403-8EF33037F7B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>
                                            <p:graphicEl>
                                              <a:dgm id="{8F86EE26-023A-429C-B403-8EF33037F7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>
                                            <p:graphicEl>
                                              <a:dgm id="{8F86EE26-023A-429C-B403-8EF33037F7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AE6CD697-709D-4BB5-92FA-18B55E9B4B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0">
                                            <p:graphicEl>
                                              <a:dgm id="{AE6CD697-709D-4BB5-92FA-18B55E9B4B5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0">
                                            <p:graphicEl>
                                              <a:dgm id="{AE6CD697-709D-4BB5-92FA-18B55E9B4B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">
                                            <p:graphicEl>
                                              <a:dgm id="{AE6CD697-709D-4BB5-92FA-18B55E9B4B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2D9AD740-3C00-456E-BA7F-2BD4660683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0">
                                            <p:graphicEl>
                                              <a:dgm id="{2D9AD740-3C00-456E-BA7F-2BD46606830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">
                                            <p:graphicEl>
                                              <a:dgm id="{2D9AD740-3C00-456E-BA7F-2BD4660683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">
                                            <p:graphicEl>
                                              <a:dgm id="{2D9AD740-3C00-456E-BA7F-2BD4660683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18C0ABDB-1DDE-4286-81F2-D1DDAB121E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0">
                                            <p:graphicEl>
                                              <a:dgm id="{18C0ABDB-1DDE-4286-81F2-D1DDAB121EB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>
                                            <p:graphicEl>
                                              <a:dgm id="{18C0ABDB-1DDE-4286-81F2-D1DDAB121E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0">
                                            <p:graphicEl>
                                              <a:dgm id="{18C0ABDB-1DDE-4286-81F2-D1DDAB121E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D5990466-79B2-4B3B-B843-81ECC2D80A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0">
                                            <p:graphicEl>
                                              <a:dgm id="{D5990466-79B2-4B3B-B843-81ECC2D80A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>
                                            <p:graphicEl>
                                              <a:dgm id="{D5990466-79B2-4B3B-B843-81ECC2D80A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0">
                                            <p:graphicEl>
                                              <a:dgm id="{D5990466-79B2-4B3B-B843-81ECC2D80A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E3317E89-87B0-434E-B8CA-6D1B013420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0">
                                            <p:graphicEl>
                                              <a:dgm id="{E3317E89-87B0-434E-B8CA-6D1B013420A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0">
                                            <p:graphicEl>
                                              <a:dgm id="{E3317E89-87B0-434E-B8CA-6D1B013420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0">
                                            <p:graphicEl>
                                              <a:dgm id="{E3317E89-87B0-434E-B8CA-6D1B013420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02FD4E2D-0F57-47CA-9CB8-92668A4754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0">
                                            <p:graphicEl>
                                              <a:dgm id="{02FD4E2D-0F57-47CA-9CB8-92668A4754F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0">
                                            <p:graphicEl>
                                              <a:dgm id="{02FD4E2D-0F57-47CA-9CB8-92668A4754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0">
                                            <p:graphicEl>
                                              <a:dgm id="{02FD4E2D-0F57-47CA-9CB8-92668A4754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0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792F87-4743-E9A4-62B5-C5259A2CF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0105E22-C79D-6DC0-B1E3-613382ED5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ce and pins on a board game">
            <a:extLst>
              <a:ext uri="{FF2B5EF4-FFF2-40B4-BE49-F238E27FC236}">
                <a16:creationId xmlns:a16="http://schemas.microsoft.com/office/drawing/2014/main" id="{FD72472F-10E7-BBD2-8251-FCF44421A5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237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0A1E88A-CD89-58F6-E3CC-82C3B14E0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BBE766-5739-66AB-B48F-62C1A9F02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4800" y="365125"/>
            <a:ext cx="5348999" cy="1899912"/>
          </a:xfrm>
        </p:spPr>
        <p:txBody>
          <a:bodyPr>
            <a:normAutofit/>
          </a:bodyPr>
          <a:lstStyle/>
          <a:p>
            <a:r>
              <a:rPr lang="en-US" sz="4000" b="1" dirty="0"/>
              <a:t>Website Function: What Can You Do?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0ADAA-3B44-A459-41A7-3EFBA5460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7600" y="2265037"/>
            <a:ext cx="5615399" cy="4297763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sz="2400" b="1" dirty="0"/>
              <a:t>Discover Games:</a:t>
            </a:r>
            <a:r>
              <a:rPr lang="en-US" sz="2400" dirty="0"/>
              <a:t> Get a quick overview of trending and top-downloaded games on the homepage.</a:t>
            </a:r>
          </a:p>
          <a:p>
            <a:pPr lvl="0"/>
            <a:r>
              <a:rPr lang="en-US" sz="2400" b="1" dirty="0"/>
              <a:t>Explore Categories:</a:t>
            </a:r>
            <a:r>
              <a:rPr lang="en-US" sz="2400" dirty="0"/>
              <a:t> Navigate through different game genres: </a:t>
            </a:r>
          </a:p>
          <a:p>
            <a:pPr lvl="1"/>
            <a:r>
              <a:rPr lang="en-US" dirty="0"/>
              <a:t>RPG (Role-Playing Games)</a:t>
            </a:r>
          </a:p>
          <a:p>
            <a:pPr lvl="1"/>
            <a:r>
              <a:rPr lang="en-US" dirty="0"/>
              <a:t>Adventure</a:t>
            </a:r>
          </a:p>
          <a:p>
            <a:pPr lvl="1"/>
            <a:r>
              <a:rPr lang="en-US" dirty="0"/>
              <a:t>Puzzles</a:t>
            </a:r>
          </a:p>
          <a:p>
            <a:pPr lvl="0"/>
            <a:r>
              <a:rPr lang="en-US" sz="2400" b="1" dirty="0"/>
              <a:t>Access Key Information:</a:t>
            </a:r>
            <a:r>
              <a:rPr lang="en-US" sz="2400" dirty="0"/>
              <a:t> Find links to: </a:t>
            </a:r>
          </a:p>
          <a:p>
            <a:pPr lvl="1"/>
            <a:r>
              <a:rPr lang="en-US" dirty="0"/>
              <a:t>News</a:t>
            </a:r>
          </a:p>
          <a:p>
            <a:pPr lvl="1"/>
            <a:r>
              <a:rPr lang="en-US" dirty="0"/>
              <a:t>Contact Page</a:t>
            </a:r>
          </a:p>
          <a:p>
            <a:pPr lvl="0"/>
            <a:r>
              <a:rPr lang="en-US" sz="2400" b="1" dirty="0"/>
              <a:t>Promotional Content:</a:t>
            </a:r>
            <a:r>
              <a:rPr lang="en-US" sz="2400" dirty="0"/>
              <a:t> See featured game banners and key images.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4297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ce and pins on a board game">
            <a:extLst>
              <a:ext uri="{FF2B5EF4-FFF2-40B4-BE49-F238E27FC236}">
                <a16:creationId xmlns:a16="http://schemas.microsoft.com/office/drawing/2014/main" id="{A7B7838D-8959-6622-57FE-3970A5E02E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237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9A242B-AF98-C615-EDB5-ECEEA82F8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4800" y="365125"/>
            <a:ext cx="5888999" cy="1398875"/>
          </a:xfrm>
        </p:spPr>
        <p:txBody>
          <a:bodyPr>
            <a:normAutofit/>
          </a:bodyPr>
          <a:lstStyle/>
          <a:p>
            <a:r>
              <a:rPr lang="en-US" sz="4000" dirty="0"/>
              <a:t>Featured Games &amp; Content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76FA0-36FF-BC11-5226-FB3F229F7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1973" y="1533600"/>
            <a:ext cx="6772427" cy="5032800"/>
          </a:xfrm>
        </p:spPr>
        <p:txBody>
          <a:bodyPr>
            <a:normAutofit/>
          </a:bodyPr>
          <a:lstStyle/>
          <a:p>
            <a:pPr lvl="0"/>
            <a:r>
              <a:rPr lang="en-US" sz="2000" b="1" dirty="0"/>
              <a:t>Homepage Showcase:</a:t>
            </a:r>
            <a:r>
              <a:rPr lang="en-US" sz="2000" dirty="0"/>
              <a:t> Features like "</a:t>
            </a:r>
            <a:r>
              <a:rPr lang="en-US" sz="2000" b="1" dirty="0">
                <a:solidFill>
                  <a:srgbClr val="FF0000"/>
                </a:solidFill>
              </a:rPr>
              <a:t>HOT TRENDING</a:t>
            </a:r>
            <a:r>
              <a:rPr lang="en-US" sz="2000" b="1" dirty="0"/>
              <a:t>!</a:t>
            </a:r>
            <a:r>
              <a:rPr lang="en-US" sz="2000" dirty="0"/>
              <a:t>" and "</a:t>
            </a:r>
            <a:r>
              <a:rPr lang="en-US" sz="2000" b="1" dirty="0">
                <a:solidFill>
                  <a:srgbClr val="FF0000"/>
                </a:solidFill>
              </a:rPr>
              <a:t>THE MOST DOWNLOADS</a:t>
            </a:r>
            <a:r>
              <a:rPr lang="en-US" sz="2000" b="1" dirty="0"/>
              <a:t>!</a:t>
            </a:r>
            <a:r>
              <a:rPr lang="en-US" sz="2000" dirty="0"/>
              <a:t>" highlight key titles.</a:t>
            </a:r>
          </a:p>
          <a:p>
            <a:pPr lvl="0"/>
            <a:r>
              <a:rPr lang="en-US" sz="2000" b="1" dirty="0"/>
              <a:t>Featured Games (Examples): </a:t>
            </a:r>
            <a:endParaRPr lang="en-US" sz="2000" dirty="0"/>
          </a:p>
          <a:p>
            <a:pPr lvl="1"/>
            <a:r>
              <a:rPr lang="en-US" sz="2000" dirty="0"/>
              <a:t>Hollow Knight: </a:t>
            </a:r>
            <a:r>
              <a:rPr lang="en-US" sz="2000" dirty="0" err="1"/>
              <a:t>Silksong</a:t>
            </a:r>
            <a:endParaRPr lang="en-US" sz="2000" dirty="0"/>
          </a:p>
          <a:p>
            <a:pPr lvl="1"/>
            <a:r>
              <a:rPr lang="en-US" sz="2000" dirty="0" err="1"/>
              <a:t>Megabonk</a:t>
            </a:r>
            <a:endParaRPr lang="en-US" sz="2000" dirty="0"/>
          </a:p>
          <a:p>
            <a:pPr lvl="1"/>
            <a:r>
              <a:rPr lang="en-US" sz="2000" dirty="0"/>
              <a:t>The Talos Principle 2</a:t>
            </a:r>
          </a:p>
          <a:p>
            <a:pPr lvl="1"/>
            <a:r>
              <a:rPr lang="en-US" sz="2000" dirty="0"/>
              <a:t>Black Myth: Wukong</a:t>
            </a:r>
          </a:p>
          <a:p>
            <a:pPr lvl="0"/>
            <a:r>
              <a:rPr lang="en-US" sz="2000" b="1" dirty="0"/>
              <a:t>Game Previews:</a:t>
            </a:r>
            <a:r>
              <a:rPr lang="en-US" sz="2000" dirty="0"/>
              <a:t> Each featured game includes: </a:t>
            </a:r>
          </a:p>
          <a:p>
            <a:pPr lvl="1"/>
            <a:r>
              <a:rPr lang="en-US" sz="2000" dirty="0"/>
              <a:t>Header image</a:t>
            </a:r>
          </a:p>
          <a:p>
            <a:pPr lvl="1"/>
            <a:r>
              <a:rPr lang="en-US" sz="2000" dirty="0"/>
              <a:t>Thumbnail images</a:t>
            </a:r>
          </a:p>
          <a:p>
            <a:pPr lvl="1"/>
            <a:r>
              <a:rPr lang="en-US" sz="2000" dirty="0"/>
              <a:t>Short description</a:t>
            </a:r>
          </a:p>
          <a:p>
            <a:pPr lvl="1"/>
            <a:r>
              <a:rPr lang="en-US" sz="2000" dirty="0"/>
              <a:t>Link to "See more" (often external, like Steam)</a:t>
            </a:r>
          </a:p>
          <a:p>
            <a:pPr lvl="0"/>
            <a:r>
              <a:rPr lang="en-US" sz="2000" b="1" dirty="0"/>
              <a:t>Navigation Menu:</a:t>
            </a:r>
            <a:r>
              <a:rPr lang="en-US" sz="2000" dirty="0"/>
              <a:t> Clear links to Home, Categories, News, and Contact.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94381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9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900" decel="100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900" decel="100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900" decel="100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900" decel="100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900" decel="100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900" decel="100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3C6C9C-2288-41AA-02BA-51E8A4E6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b="1" dirty="0"/>
              <a:t>The Code: HTML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3F0939-BFD5-3464-2112-1462EF9E7E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5425945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69579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12AAFD5-0DE2-4789-A5A7-4E0151C0A9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graphicEl>
                                              <a:dgm id="{712AAFD5-0DE2-4789-A5A7-4E0151C0A91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graphicEl>
                                              <a:dgm id="{712AAFD5-0DE2-4789-A5A7-4E0151C0A9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graphicEl>
                                              <a:dgm id="{712AAFD5-0DE2-4789-A5A7-4E0151C0A9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88AC02E-2456-47ED-B21B-74CE66D58E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graphicEl>
                                              <a:dgm id="{388AC02E-2456-47ED-B21B-74CE66D58E0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graphicEl>
                                              <a:dgm id="{388AC02E-2456-47ED-B21B-74CE66D58E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graphicEl>
                                              <a:dgm id="{388AC02E-2456-47ED-B21B-74CE66D58E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707A276-4E1F-4AA9-BFF7-4EDB378C14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graphicEl>
                                              <a:dgm id="{8707A276-4E1F-4AA9-BFF7-4EDB378C146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graphicEl>
                                              <a:dgm id="{8707A276-4E1F-4AA9-BFF7-4EDB378C14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graphicEl>
                                              <a:dgm id="{8707A276-4E1F-4AA9-BFF7-4EDB378C14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E5B4E98-9277-4A74-B60C-001D531A05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graphicEl>
                                              <a:dgm id="{7E5B4E98-9277-4A74-B60C-001D531A05C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graphicEl>
                                              <a:dgm id="{7E5B4E98-9277-4A74-B60C-001D531A05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graphicEl>
                                              <a:dgm id="{7E5B4E98-9277-4A74-B60C-001D531A05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FFF7796-DF3F-4B1B-BBAD-4F3417990C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graphicEl>
                                              <a:dgm id="{2FFF7796-DF3F-4B1B-BBAD-4F3417990C3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graphicEl>
                                              <a:dgm id="{2FFF7796-DF3F-4B1B-BBAD-4F3417990C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graphicEl>
                                              <a:dgm id="{2FFF7796-DF3F-4B1B-BBAD-4F3417990C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580E4D6-3C7D-4C6A-A886-AE6DEA0E57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graphicEl>
                                              <a:dgm id="{3580E4D6-3C7D-4C6A-A886-AE6DEA0E571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graphicEl>
                                              <a:dgm id="{3580E4D6-3C7D-4C6A-A886-AE6DEA0E57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graphicEl>
                                              <a:dgm id="{3580E4D6-3C7D-4C6A-A886-AE6DEA0E57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2F4CF46-ABA2-49BF-BB03-998E2D9340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graphicEl>
                                              <a:dgm id="{42F4CF46-ABA2-49BF-BB03-998E2D9340C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graphicEl>
                                              <a:dgm id="{42F4CF46-ABA2-49BF-BB03-998E2D9340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graphicEl>
                                              <a:dgm id="{42F4CF46-ABA2-49BF-BB03-998E2D9340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E670814-CEA5-4061-8413-33896BDF43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">
                                            <p:graphicEl>
                                              <a:dgm id="{DE670814-CEA5-4061-8413-33896BDF433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>
                                            <p:graphicEl>
                                              <a:dgm id="{DE670814-CEA5-4061-8413-33896BDF43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graphicEl>
                                              <a:dgm id="{DE670814-CEA5-4061-8413-33896BDF43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E12E44E-3CE8-4799-9101-62FE5FB302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">
                                            <p:graphicEl>
                                              <a:dgm id="{4E12E44E-3CE8-4799-9101-62FE5FB302F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>
                                            <p:graphicEl>
                                              <a:dgm id="{4E12E44E-3CE8-4799-9101-62FE5FB302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>
                                            <p:graphicEl>
                                              <a:dgm id="{4E12E44E-3CE8-4799-9101-62FE5FB302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92E7412-6A22-4C84-8CEE-883AE7FFF1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>
                                            <p:graphicEl>
                                              <a:dgm id="{F92E7412-6A22-4C84-8CEE-883AE7FFF18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>
                                            <p:graphicEl>
                                              <a:dgm id="{F92E7412-6A22-4C84-8CEE-883AE7FFF1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graphicEl>
                                              <a:dgm id="{F92E7412-6A22-4C84-8CEE-883AE7FFF1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E0DDC79-4C73-2995-2751-5E88861E409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5040" b="1069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3A89CD-3765-E9ED-F7D1-61C1C84B9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/>
              <a:t>The Code: CSS 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A5C036-42B3-DCF2-D5E8-5A7557EA8F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505439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7193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4A831AE-646E-40E0-BFD7-7A16DB1E40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84A831AE-646E-40E0-BFD7-7A16DB1E40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42B3CD1-379C-4495-AEF7-02DB3698EC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442B3CD1-379C-4495-AEF7-02DB3698EC1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5331C98-1F2D-4E6B-8FDD-4E3245A4B3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15331C98-1F2D-4E6B-8FDD-4E3245A4B33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03865B1-BBEE-A68A-8DD9-D0976B4C653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FFB3F2-47B9-1657-A683-4EB1C5AFF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/>
              <a:t>Future Improvements: Taking it to the Next Level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55F73D-EF76-6853-730E-4A09C24960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065962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55306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92F1845-B9F8-4B6B-9E72-F4E0B77277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92F1845-B9F8-4B6B-9E72-F4E0B77277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92F1845-B9F8-4B6B-9E72-F4E0B77277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graphicEl>
                                              <a:dgm id="{592F1845-B9F8-4B6B-9E72-F4E0B772771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>
                                            <p:graphicEl>
                                              <a:dgm id="{592F1845-B9F8-4B6B-9E72-F4E0B77277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592F1845-B9F8-4B6B-9E72-F4E0B77277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DF3BD25-CB1D-451C-8D0F-B4035E7F98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5DF3BD25-CB1D-451C-8D0F-B4035E7F98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5DF3BD25-CB1D-451C-8D0F-B4035E7F98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dgm id="{5DF3BD25-CB1D-451C-8D0F-B4035E7F98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>
                                            <p:graphicEl>
                                              <a:dgm id="{5DF3BD25-CB1D-451C-8D0F-B4035E7F98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>
                                            <p:graphicEl>
                                              <a:dgm id="{5DF3BD25-CB1D-451C-8D0F-B4035E7F98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0E526C3-4CF3-4A9C-A60F-9283BF5664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D0E526C3-4CF3-4A9C-A60F-9283BF5664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D0E526C3-4CF3-4A9C-A60F-9283BF5664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graphicEl>
                                              <a:dgm id="{D0E526C3-4CF3-4A9C-A60F-9283BF5664A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>
                                            <p:graphicEl>
                                              <a:dgm id="{D0E526C3-4CF3-4A9C-A60F-9283BF5664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D0E526C3-4CF3-4A9C-A60F-9283BF5664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9A8881E-DB05-43F2-A9B2-9E5DBD157A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>
                                            <p:graphicEl>
                                              <a:dgm id="{29A8881E-DB05-43F2-A9B2-9E5DBD157A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29A8881E-DB05-43F2-A9B2-9E5DBD157A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graphicEl>
                                              <a:dgm id="{29A8881E-DB05-43F2-A9B2-9E5DBD157A5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>
                                            <p:graphicEl>
                                              <a:dgm id="{29A8881E-DB05-43F2-A9B2-9E5DBD157A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>
                                            <p:graphicEl>
                                              <a:dgm id="{29A8881E-DB05-43F2-A9B2-9E5DBD157A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7571B28-94E4-4C4D-82F5-1AD79DC1BA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B7571B28-94E4-4C4D-82F5-1AD79DC1BA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B7571B28-94E4-4C4D-82F5-1AD79DC1BA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graphicEl>
                                              <a:dgm id="{B7571B28-94E4-4C4D-82F5-1AD79DC1BA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>
                                            <p:graphicEl>
                                              <a:dgm id="{B7571B28-94E4-4C4D-82F5-1AD79DC1BA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>
                                            <p:graphicEl>
                                              <a:dgm id="{B7571B28-94E4-4C4D-82F5-1AD79DC1BA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0F9CEE2-6BAD-49F4-8F36-50526A7FDE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">
                                            <p:graphicEl>
                                              <a:dgm id="{80F9CEE2-6BAD-49F4-8F36-50526A7FDE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">
                                            <p:graphicEl>
                                              <a:dgm id="{80F9CEE2-6BAD-49F4-8F36-50526A7FDE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graphicEl>
                                              <a:dgm id="{80F9CEE2-6BAD-49F4-8F36-50526A7FDE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">
                                            <p:graphicEl>
                                              <a:dgm id="{80F9CEE2-6BAD-49F4-8F36-50526A7FDE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">
                                            <p:graphicEl>
                                              <a:dgm id="{80F9CEE2-6BAD-49F4-8F36-50526A7FDE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Wood human figure">
            <a:extLst>
              <a:ext uri="{FF2B5EF4-FFF2-40B4-BE49-F238E27FC236}">
                <a16:creationId xmlns:a16="http://schemas.microsoft.com/office/drawing/2014/main" id="{FF67291A-9338-C1A3-FB85-5D1DF56124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32A316C-E2E5-3DDA-090B-DF180DC9D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>
                <a:solidFill>
                  <a:srgbClr val="FFFFFF"/>
                </a:solidFill>
              </a:rPr>
              <a:t>Question? &amp; Thank you!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DFD966-F089-7202-C547-BB0CAE592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574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1291</Words>
  <Application>Microsoft Office PowerPoint</Application>
  <PresentationFormat>Widescreen</PresentationFormat>
  <Paragraphs>105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HTML + CSS:  THE WORLD OF GAME</vt:lpstr>
      <vt:lpstr>Welcome to My Gaming Portal! </vt:lpstr>
      <vt:lpstr>Website Function: What Can You Do?</vt:lpstr>
      <vt:lpstr>Featured Games &amp; Content </vt:lpstr>
      <vt:lpstr>The Code: HTML</vt:lpstr>
      <vt:lpstr>The Code: CSS </vt:lpstr>
      <vt:lpstr>Future Improvements: Taking it to the Next Level</vt:lpstr>
      <vt:lpstr>Question? &amp; 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Hong Van Duc Phuong</dc:creator>
  <cp:lastModifiedBy>Hong Van Duc Phuong</cp:lastModifiedBy>
  <cp:revision>2</cp:revision>
  <dcterms:created xsi:type="dcterms:W3CDTF">2025-09-27T10:27:18Z</dcterms:created>
  <dcterms:modified xsi:type="dcterms:W3CDTF">2025-09-27T13:21:48Z</dcterms:modified>
</cp:coreProperties>
</file>